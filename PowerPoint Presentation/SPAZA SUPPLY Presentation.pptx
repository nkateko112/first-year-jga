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2.jpg" ContentType="image/jpe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media/image8.jpg" ContentType="image/jpeg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E527A0-6AC3-4112-ABCF-C1DA32D39D1F}" type="doc">
      <dgm:prSet loTypeId="urn:microsoft.com/office/officeart/2008/layout/LinedList" loCatId="list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3E7E5EEE-F6EA-41DB-97EF-FCA734D1B7D2}">
      <dgm:prSet/>
      <dgm:spPr/>
      <dgm:t>
        <a:bodyPr/>
        <a:lstStyle/>
        <a:p>
          <a:r>
            <a:rPr lang="en-ZA"/>
            <a:t>Nkabane L - 261330520</a:t>
          </a:r>
          <a:endParaRPr lang="en-US"/>
        </a:p>
      </dgm:t>
    </dgm:pt>
    <dgm:pt modelId="{2B3D8CE4-DF7B-48FE-9B7D-9639AFAEA940}" type="parTrans" cxnId="{88156C7F-C8B6-4268-9D5B-197DDFD44899}">
      <dgm:prSet/>
      <dgm:spPr/>
      <dgm:t>
        <a:bodyPr/>
        <a:lstStyle/>
        <a:p>
          <a:endParaRPr lang="en-US"/>
        </a:p>
      </dgm:t>
    </dgm:pt>
    <dgm:pt modelId="{4F2EDAF3-BA5D-46EA-B125-7385C2941B98}" type="sibTrans" cxnId="{88156C7F-C8B6-4268-9D5B-197DDFD44899}">
      <dgm:prSet/>
      <dgm:spPr/>
      <dgm:t>
        <a:bodyPr/>
        <a:lstStyle/>
        <a:p>
          <a:endParaRPr lang="en-US"/>
        </a:p>
      </dgm:t>
    </dgm:pt>
    <dgm:pt modelId="{6ED1833A-3F02-4A26-A277-5F90F00E6AB7}">
      <dgm:prSet/>
      <dgm:spPr/>
      <dgm:t>
        <a:bodyPr/>
        <a:lstStyle/>
        <a:p>
          <a:r>
            <a:rPr lang="en-ZA"/>
            <a:t>Ndlovu PT - 251041377</a:t>
          </a:r>
          <a:endParaRPr lang="en-US"/>
        </a:p>
      </dgm:t>
    </dgm:pt>
    <dgm:pt modelId="{BEBB5E96-AFC4-4B37-AE5A-64403D314BFE}" type="parTrans" cxnId="{28DE1567-4670-402C-84AE-6EBB1FC42885}">
      <dgm:prSet/>
      <dgm:spPr/>
      <dgm:t>
        <a:bodyPr/>
        <a:lstStyle/>
        <a:p>
          <a:endParaRPr lang="en-US"/>
        </a:p>
      </dgm:t>
    </dgm:pt>
    <dgm:pt modelId="{1A81EE35-F00B-45CB-B100-5A913D22EE21}" type="sibTrans" cxnId="{28DE1567-4670-402C-84AE-6EBB1FC42885}">
      <dgm:prSet/>
      <dgm:spPr/>
      <dgm:t>
        <a:bodyPr/>
        <a:lstStyle/>
        <a:p>
          <a:endParaRPr lang="en-US"/>
        </a:p>
      </dgm:t>
    </dgm:pt>
    <dgm:pt modelId="{A5406243-F067-4200-8F59-A19F7E7D9E04}">
      <dgm:prSet/>
      <dgm:spPr/>
      <dgm:t>
        <a:bodyPr/>
        <a:lstStyle/>
        <a:p>
          <a:r>
            <a:rPr lang="en-ZA"/>
            <a:t>Baloyi H - 240704323</a:t>
          </a:r>
          <a:endParaRPr lang="en-US"/>
        </a:p>
      </dgm:t>
    </dgm:pt>
    <dgm:pt modelId="{0815F9E2-C1DC-4616-BE02-5B805F5B52C1}" type="parTrans" cxnId="{2769C34C-2EA5-4390-8156-25CC14D356EA}">
      <dgm:prSet/>
      <dgm:spPr/>
      <dgm:t>
        <a:bodyPr/>
        <a:lstStyle/>
        <a:p>
          <a:endParaRPr lang="en-US"/>
        </a:p>
      </dgm:t>
    </dgm:pt>
    <dgm:pt modelId="{ABDFF561-E9CC-45C6-AA18-9BE09C6CAC94}" type="sibTrans" cxnId="{2769C34C-2EA5-4390-8156-25CC14D356EA}">
      <dgm:prSet/>
      <dgm:spPr/>
      <dgm:t>
        <a:bodyPr/>
        <a:lstStyle/>
        <a:p>
          <a:endParaRPr lang="en-US"/>
        </a:p>
      </dgm:t>
    </dgm:pt>
    <dgm:pt modelId="{723A9A3B-779D-4915-AA4F-A75F62B6D840}">
      <dgm:prSet/>
      <dgm:spPr/>
      <dgm:t>
        <a:bodyPr/>
        <a:lstStyle/>
        <a:p>
          <a:r>
            <a:rPr lang="en-ZA"/>
            <a:t>Komape KL - 260868829</a:t>
          </a:r>
          <a:endParaRPr lang="en-US"/>
        </a:p>
      </dgm:t>
    </dgm:pt>
    <dgm:pt modelId="{61CD1371-971A-455F-B0D9-321BC7163297}" type="parTrans" cxnId="{D40830BB-7C3E-4109-942F-631D5E3C1910}">
      <dgm:prSet/>
      <dgm:spPr/>
      <dgm:t>
        <a:bodyPr/>
        <a:lstStyle/>
        <a:p>
          <a:endParaRPr lang="en-US"/>
        </a:p>
      </dgm:t>
    </dgm:pt>
    <dgm:pt modelId="{6CD0FC2B-5E82-4465-B962-E7417C0C3EC2}" type="sibTrans" cxnId="{D40830BB-7C3E-4109-942F-631D5E3C1910}">
      <dgm:prSet/>
      <dgm:spPr/>
      <dgm:t>
        <a:bodyPr/>
        <a:lstStyle/>
        <a:p>
          <a:endParaRPr lang="en-US"/>
        </a:p>
      </dgm:t>
    </dgm:pt>
    <dgm:pt modelId="{0BF01C04-FBB4-4CAB-8CDD-355586855CA3}">
      <dgm:prSet/>
      <dgm:spPr/>
      <dgm:t>
        <a:bodyPr/>
        <a:lstStyle/>
        <a:p>
          <a:r>
            <a:rPr lang="en-ZA"/>
            <a:t>Mzimba N - 260225596</a:t>
          </a:r>
          <a:endParaRPr lang="en-US"/>
        </a:p>
      </dgm:t>
    </dgm:pt>
    <dgm:pt modelId="{C80BEC63-F90B-480A-AB21-99A9DD5D7177}" type="parTrans" cxnId="{87CD813A-0B0B-4423-B5E2-E1A0EE9FEEEF}">
      <dgm:prSet/>
      <dgm:spPr/>
      <dgm:t>
        <a:bodyPr/>
        <a:lstStyle/>
        <a:p>
          <a:endParaRPr lang="en-US"/>
        </a:p>
      </dgm:t>
    </dgm:pt>
    <dgm:pt modelId="{44A31282-CC4C-4782-9C87-F4EEB76EA97D}" type="sibTrans" cxnId="{87CD813A-0B0B-4423-B5E2-E1A0EE9FEEEF}">
      <dgm:prSet/>
      <dgm:spPr/>
      <dgm:t>
        <a:bodyPr/>
        <a:lstStyle/>
        <a:p>
          <a:endParaRPr lang="en-US"/>
        </a:p>
      </dgm:t>
    </dgm:pt>
    <dgm:pt modelId="{209E73BC-8229-4578-961C-619A5DEFA993}">
      <dgm:prSet/>
      <dgm:spPr/>
      <dgm:t>
        <a:bodyPr/>
        <a:lstStyle/>
        <a:p>
          <a:r>
            <a:rPr lang="en-ZA" dirty="0"/>
            <a:t>Zungu MS – 242098501</a:t>
          </a:r>
          <a:endParaRPr lang="en-US" dirty="0"/>
        </a:p>
      </dgm:t>
    </dgm:pt>
    <dgm:pt modelId="{327FC101-AA73-42E2-8974-EAF678D0539F}" type="parTrans" cxnId="{5C2D9601-5BD8-4BA3-8384-CA98BA60C728}">
      <dgm:prSet/>
      <dgm:spPr/>
      <dgm:t>
        <a:bodyPr/>
        <a:lstStyle/>
        <a:p>
          <a:endParaRPr lang="en-US"/>
        </a:p>
      </dgm:t>
    </dgm:pt>
    <dgm:pt modelId="{66921CA0-B07A-414F-A0CD-F6E7AA0AAE2D}" type="sibTrans" cxnId="{5C2D9601-5BD8-4BA3-8384-CA98BA60C728}">
      <dgm:prSet/>
      <dgm:spPr/>
      <dgm:t>
        <a:bodyPr/>
        <a:lstStyle/>
        <a:p>
          <a:endParaRPr lang="en-US"/>
        </a:p>
      </dgm:t>
    </dgm:pt>
    <dgm:pt modelId="{4CDBB2EB-6C96-496F-8D93-9EAA4E529D7A}">
      <dgm:prSet/>
      <dgm:spPr/>
      <dgm:t>
        <a:bodyPr/>
        <a:lstStyle/>
        <a:p>
          <a:r>
            <a:rPr lang="en-US" dirty="0" err="1"/>
            <a:t>Maphoso</a:t>
          </a:r>
          <a:r>
            <a:rPr lang="en-US" dirty="0"/>
            <a:t> MA – 250835922</a:t>
          </a:r>
        </a:p>
      </dgm:t>
    </dgm:pt>
    <dgm:pt modelId="{6670C41D-4383-4E36-836E-E3BDF5591D33}" type="parTrans" cxnId="{87898CF0-48C0-42D0-94E5-440F5C9B2BC9}">
      <dgm:prSet/>
      <dgm:spPr/>
      <dgm:t>
        <a:bodyPr/>
        <a:lstStyle/>
        <a:p>
          <a:endParaRPr lang="en-US"/>
        </a:p>
      </dgm:t>
    </dgm:pt>
    <dgm:pt modelId="{40F96FC7-5C54-46C4-8E46-E67666EDC410}" type="sibTrans" cxnId="{87898CF0-48C0-42D0-94E5-440F5C9B2BC9}">
      <dgm:prSet/>
      <dgm:spPr/>
      <dgm:t>
        <a:bodyPr/>
        <a:lstStyle/>
        <a:p>
          <a:endParaRPr lang="en-US"/>
        </a:p>
      </dgm:t>
    </dgm:pt>
    <dgm:pt modelId="{98BE7E3A-51EB-4C0A-A793-5A4E5B7E38B4}">
      <dgm:prSet/>
      <dgm:spPr/>
      <dgm:t>
        <a:bodyPr/>
        <a:lstStyle/>
        <a:p>
          <a:endParaRPr lang="en-US" dirty="0"/>
        </a:p>
      </dgm:t>
    </dgm:pt>
    <dgm:pt modelId="{E18FACE1-702D-40A5-A073-75F33A8DC795}" type="parTrans" cxnId="{7DD7CF00-C774-4AAF-9F17-FB7808F04DA0}">
      <dgm:prSet/>
      <dgm:spPr/>
      <dgm:t>
        <a:bodyPr/>
        <a:lstStyle/>
        <a:p>
          <a:endParaRPr lang="en-US"/>
        </a:p>
      </dgm:t>
    </dgm:pt>
    <dgm:pt modelId="{D449C1F4-A65F-4F25-920B-6EE11DBB42FE}" type="sibTrans" cxnId="{7DD7CF00-C774-4AAF-9F17-FB7808F04DA0}">
      <dgm:prSet/>
      <dgm:spPr/>
      <dgm:t>
        <a:bodyPr/>
        <a:lstStyle/>
        <a:p>
          <a:endParaRPr lang="en-US"/>
        </a:p>
      </dgm:t>
    </dgm:pt>
    <dgm:pt modelId="{350D8983-5E0F-4FB8-8892-342381DF3F42}" type="pres">
      <dgm:prSet presAssocID="{FAE527A0-6AC3-4112-ABCF-C1DA32D39D1F}" presName="vert0" presStyleCnt="0">
        <dgm:presLayoutVars>
          <dgm:dir/>
          <dgm:animOne val="branch"/>
          <dgm:animLvl val="lvl"/>
        </dgm:presLayoutVars>
      </dgm:prSet>
      <dgm:spPr/>
    </dgm:pt>
    <dgm:pt modelId="{C78BA9C5-D2DC-424B-AB3B-34BF4EA00A49}" type="pres">
      <dgm:prSet presAssocID="{3E7E5EEE-F6EA-41DB-97EF-FCA734D1B7D2}" presName="thickLine" presStyleLbl="alignNode1" presStyleIdx="0" presStyleCnt="8"/>
      <dgm:spPr/>
    </dgm:pt>
    <dgm:pt modelId="{63DAE4C3-AE6D-45F6-A6A9-185E3946794F}" type="pres">
      <dgm:prSet presAssocID="{3E7E5EEE-F6EA-41DB-97EF-FCA734D1B7D2}" presName="horz1" presStyleCnt="0"/>
      <dgm:spPr/>
    </dgm:pt>
    <dgm:pt modelId="{33637589-3810-4BD8-8885-C3D24A92BDD5}" type="pres">
      <dgm:prSet presAssocID="{3E7E5EEE-F6EA-41DB-97EF-FCA734D1B7D2}" presName="tx1" presStyleLbl="revTx" presStyleIdx="0" presStyleCnt="8"/>
      <dgm:spPr/>
    </dgm:pt>
    <dgm:pt modelId="{3B92989A-FE1E-4710-A303-44354690CA93}" type="pres">
      <dgm:prSet presAssocID="{3E7E5EEE-F6EA-41DB-97EF-FCA734D1B7D2}" presName="vert1" presStyleCnt="0"/>
      <dgm:spPr/>
    </dgm:pt>
    <dgm:pt modelId="{F9EAA036-553C-441E-BA7D-29C082032EDD}" type="pres">
      <dgm:prSet presAssocID="{6ED1833A-3F02-4A26-A277-5F90F00E6AB7}" presName="thickLine" presStyleLbl="alignNode1" presStyleIdx="1" presStyleCnt="8"/>
      <dgm:spPr/>
    </dgm:pt>
    <dgm:pt modelId="{C1CC64F1-5C2F-42D9-B002-60FBB8CE2E42}" type="pres">
      <dgm:prSet presAssocID="{6ED1833A-3F02-4A26-A277-5F90F00E6AB7}" presName="horz1" presStyleCnt="0"/>
      <dgm:spPr/>
    </dgm:pt>
    <dgm:pt modelId="{0FA46294-8967-4E88-9CC6-ED12A6533712}" type="pres">
      <dgm:prSet presAssocID="{6ED1833A-3F02-4A26-A277-5F90F00E6AB7}" presName="tx1" presStyleLbl="revTx" presStyleIdx="1" presStyleCnt="8"/>
      <dgm:spPr/>
    </dgm:pt>
    <dgm:pt modelId="{9F0B38B1-7793-45E4-A47A-3560E82E2745}" type="pres">
      <dgm:prSet presAssocID="{6ED1833A-3F02-4A26-A277-5F90F00E6AB7}" presName="vert1" presStyleCnt="0"/>
      <dgm:spPr/>
    </dgm:pt>
    <dgm:pt modelId="{9A8072F3-D5CD-44B5-8221-7041B1785956}" type="pres">
      <dgm:prSet presAssocID="{A5406243-F067-4200-8F59-A19F7E7D9E04}" presName="thickLine" presStyleLbl="alignNode1" presStyleIdx="2" presStyleCnt="8"/>
      <dgm:spPr/>
    </dgm:pt>
    <dgm:pt modelId="{45A7DBFC-DF2E-4ABC-B922-2E88323365B9}" type="pres">
      <dgm:prSet presAssocID="{A5406243-F067-4200-8F59-A19F7E7D9E04}" presName="horz1" presStyleCnt="0"/>
      <dgm:spPr/>
    </dgm:pt>
    <dgm:pt modelId="{9C66B903-21F6-4CE8-AB96-FBAB88993D43}" type="pres">
      <dgm:prSet presAssocID="{A5406243-F067-4200-8F59-A19F7E7D9E04}" presName="tx1" presStyleLbl="revTx" presStyleIdx="2" presStyleCnt="8"/>
      <dgm:spPr/>
    </dgm:pt>
    <dgm:pt modelId="{81705D1E-0FFD-4C68-9B56-1453E6DC56C6}" type="pres">
      <dgm:prSet presAssocID="{A5406243-F067-4200-8F59-A19F7E7D9E04}" presName="vert1" presStyleCnt="0"/>
      <dgm:spPr/>
    </dgm:pt>
    <dgm:pt modelId="{54CC1D49-C992-4F29-B0F5-940437191EF1}" type="pres">
      <dgm:prSet presAssocID="{723A9A3B-779D-4915-AA4F-A75F62B6D840}" presName="thickLine" presStyleLbl="alignNode1" presStyleIdx="3" presStyleCnt="8"/>
      <dgm:spPr/>
    </dgm:pt>
    <dgm:pt modelId="{C1FFC71E-DEBA-4B16-9446-C767B600A541}" type="pres">
      <dgm:prSet presAssocID="{723A9A3B-779D-4915-AA4F-A75F62B6D840}" presName="horz1" presStyleCnt="0"/>
      <dgm:spPr/>
    </dgm:pt>
    <dgm:pt modelId="{4A38A372-3B0D-4497-95A2-E34C00234C85}" type="pres">
      <dgm:prSet presAssocID="{723A9A3B-779D-4915-AA4F-A75F62B6D840}" presName="tx1" presStyleLbl="revTx" presStyleIdx="3" presStyleCnt="8"/>
      <dgm:spPr/>
    </dgm:pt>
    <dgm:pt modelId="{55614F89-65BA-4458-BB46-2B4A60DED575}" type="pres">
      <dgm:prSet presAssocID="{723A9A3B-779D-4915-AA4F-A75F62B6D840}" presName="vert1" presStyleCnt="0"/>
      <dgm:spPr/>
    </dgm:pt>
    <dgm:pt modelId="{E252DF86-6F66-4FEC-99B4-F65FD52CC826}" type="pres">
      <dgm:prSet presAssocID="{0BF01C04-FBB4-4CAB-8CDD-355586855CA3}" presName="thickLine" presStyleLbl="alignNode1" presStyleIdx="4" presStyleCnt="8"/>
      <dgm:spPr/>
    </dgm:pt>
    <dgm:pt modelId="{D595486C-8D0F-4588-948D-12BFA740E117}" type="pres">
      <dgm:prSet presAssocID="{0BF01C04-FBB4-4CAB-8CDD-355586855CA3}" presName="horz1" presStyleCnt="0"/>
      <dgm:spPr/>
    </dgm:pt>
    <dgm:pt modelId="{A3EA9271-62A5-4125-A498-35AAB51B3995}" type="pres">
      <dgm:prSet presAssocID="{0BF01C04-FBB4-4CAB-8CDD-355586855CA3}" presName="tx1" presStyleLbl="revTx" presStyleIdx="4" presStyleCnt="8"/>
      <dgm:spPr/>
    </dgm:pt>
    <dgm:pt modelId="{356C38A5-96BB-41D4-A887-FCC03DBD7D9E}" type="pres">
      <dgm:prSet presAssocID="{0BF01C04-FBB4-4CAB-8CDD-355586855CA3}" presName="vert1" presStyleCnt="0"/>
      <dgm:spPr/>
    </dgm:pt>
    <dgm:pt modelId="{74219231-7201-45A5-B330-79E545B4A7DE}" type="pres">
      <dgm:prSet presAssocID="{209E73BC-8229-4578-961C-619A5DEFA993}" presName="thickLine" presStyleLbl="alignNode1" presStyleIdx="5" presStyleCnt="8"/>
      <dgm:spPr/>
    </dgm:pt>
    <dgm:pt modelId="{B65525A6-A354-498E-B9C0-A4AF37E72A67}" type="pres">
      <dgm:prSet presAssocID="{209E73BC-8229-4578-961C-619A5DEFA993}" presName="horz1" presStyleCnt="0"/>
      <dgm:spPr/>
    </dgm:pt>
    <dgm:pt modelId="{79FF93AE-D1F8-44C0-BAEF-664AB0432622}" type="pres">
      <dgm:prSet presAssocID="{209E73BC-8229-4578-961C-619A5DEFA993}" presName="tx1" presStyleLbl="revTx" presStyleIdx="5" presStyleCnt="8"/>
      <dgm:spPr/>
    </dgm:pt>
    <dgm:pt modelId="{EE43E961-E5F9-4889-A892-05634E3E2A88}" type="pres">
      <dgm:prSet presAssocID="{209E73BC-8229-4578-961C-619A5DEFA993}" presName="vert1" presStyleCnt="0"/>
      <dgm:spPr/>
    </dgm:pt>
    <dgm:pt modelId="{1D2091F5-AFF4-4D0F-A0C7-CC4E20BE8090}" type="pres">
      <dgm:prSet presAssocID="{4CDBB2EB-6C96-496F-8D93-9EAA4E529D7A}" presName="thickLine" presStyleLbl="alignNode1" presStyleIdx="6" presStyleCnt="8"/>
      <dgm:spPr/>
    </dgm:pt>
    <dgm:pt modelId="{1257E20A-2EA1-44F6-9BEA-1748E3DB6553}" type="pres">
      <dgm:prSet presAssocID="{4CDBB2EB-6C96-496F-8D93-9EAA4E529D7A}" presName="horz1" presStyleCnt="0"/>
      <dgm:spPr/>
    </dgm:pt>
    <dgm:pt modelId="{E63D0502-799B-4F8B-98E3-AF3A392DE132}" type="pres">
      <dgm:prSet presAssocID="{4CDBB2EB-6C96-496F-8D93-9EAA4E529D7A}" presName="tx1" presStyleLbl="revTx" presStyleIdx="6" presStyleCnt="8"/>
      <dgm:spPr/>
    </dgm:pt>
    <dgm:pt modelId="{034ACCCE-AE9A-4F73-81F6-CFC591220CF1}" type="pres">
      <dgm:prSet presAssocID="{4CDBB2EB-6C96-496F-8D93-9EAA4E529D7A}" presName="vert1" presStyleCnt="0"/>
      <dgm:spPr/>
    </dgm:pt>
    <dgm:pt modelId="{51697BB2-11A3-41C4-A9FA-65DEB8DCDB96}" type="pres">
      <dgm:prSet presAssocID="{98BE7E3A-51EB-4C0A-A793-5A4E5B7E38B4}" presName="thickLine" presStyleLbl="alignNode1" presStyleIdx="7" presStyleCnt="8"/>
      <dgm:spPr/>
    </dgm:pt>
    <dgm:pt modelId="{082A9F65-DACC-4EF0-9392-8A2757870539}" type="pres">
      <dgm:prSet presAssocID="{98BE7E3A-51EB-4C0A-A793-5A4E5B7E38B4}" presName="horz1" presStyleCnt="0"/>
      <dgm:spPr/>
    </dgm:pt>
    <dgm:pt modelId="{247E4426-522F-44F2-A464-E31DFFDD0295}" type="pres">
      <dgm:prSet presAssocID="{98BE7E3A-51EB-4C0A-A793-5A4E5B7E38B4}" presName="tx1" presStyleLbl="revTx" presStyleIdx="7" presStyleCnt="8"/>
      <dgm:spPr/>
    </dgm:pt>
    <dgm:pt modelId="{E9FE8052-808A-4FC5-9852-892A54542F8D}" type="pres">
      <dgm:prSet presAssocID="{98BE7E3A-51EB-4C0A-A793-5A4E5B7E38B4}" presName="vert1" presStyleCnt="0"/>
      <dgm:spPr/>
    </dgm:pt>
  </dgm:ptLst>
  <dgm:cxnLst>
    <dgm:cxn modelId="{7DD7CF00-C774-4AAF-9F17-FB7808F04DA0}" srcId="{FAE527A0-6AC3-4112-ABCF-C1DA32D39D1F}" destId="{98BE7E3A-51EB-4C0A-A793-5A4E5B7E38B4}" srcOrd="7" destOrd="0" parTransId="{E18FACE1-702D-40A5-A073-75F33A8DC795}" sibTransId="{D449C1F4-A65F-4F25-920B-6EE11DBB42FE}"/>
    <dgm:cxn modelId="{5C2D9601-5BD8-4BA3-8384-CA98BA60C728}" srcId="{FAE527A0-6AC3-4112-ABCF-C1DA32D39D1F}" destId="{209E73BC-8229-4578-961C-619A5DEFA993}" srcOrd="5" destOrd="0" parTransId="{327FC101-AA73-42E2-8974-EAF678D0539F}" sibTransId="{66921CA0-B07A-414F-A0CD-F6E7AA0AAE2D}"/>
    <dgm:cxn modelId="{18B99A14-7058-4248-849C-012683A4B5CB}" type="presOf" srcId="{98BE7E3A-51EB-4C0A-A793-5A4E5B7E38B4}" destId="{247E4426-522F-44F2-A464-E31DFFDD0295}" srcOrd="0" destOrd="0" presId="urn:microsoft.com/office/officeart/2008/layout/LinedList"/>
    <dgm:cxn modelId="{87CD813A-0B0B-4423-B5E2-E1A0EE9FEEEF}" srcId="{FAE527A0-6AC3-4112-ABCF-C1DA32D39D1F}" destId="{0BF01C04-FBB4-4CAB-8CDD-355586855CA3}" srcOrd="4" destOrd="0" parTransId="{C80BEC63-F90B-480A-AB21-99A9DD5D7177}" sibTransId="{44A31282-CC4C-4782-9C87-F4EEB76EA97D}"/>
    <dgm:cxn modelId="{28DE1567-4670-402C-84AE-6EBB1FC42885}" srcId="{FAE527A0-6AC3-4112-ABCF-C1DA32D39D1F}" destId="{6ED1833A-3F02-4A26-A277-5F90F00E6AB7}" srcOrd="1" destOrd="0" parTransId="{BEBB5E96-AFC4-4B37-AE5A-64403D314BFE}" sibTransId="{1A81EE35-F00B-45CB-B100-5A913D22EE21}"/>
    <dgm:cxn modelId="{2769C34C-2EA5-4390-8156-25CC14D356EA}" srcId="{FAE527A0-6AC3-4112-ABCF-C1DA32D39D1F}" destId="{A5406243-F067-4200-8F59-A19F7E7D9E04}" srcOrd="2" destOrd="0" parTransId="{0815F9E2-C1DC-4616-BE02-5B805F5B52C1}" sibTransId="{ABDFF561-E9CC-45C6-AA18-9BE09C6CAC94}"/>
    <dgm:cxn modelId="{31328D4F-B3BC-4216-9D69-1CD054E3A198}" type="presOf" srcId="{6ED1833A-3F02-4A26-A277-5F90F00E6AB7}" destId="{0FA46294-8967-4E88-9CC6-ED12A6533712}" srcOrd="0" destOrd="0" presId="urn:microsoft.com/office/officeart/2008/layout/LinedList"/>
    <dgm:cxn modelId="{88156C7F-C8B6-4268-9D5B-197DDFD44899}" srcId="{FAE527A0-6AC3-4112-ABCF-C1DA32D39D1F}" destId="{3E7E5EEE-F6EA-41DB-97EF-FCA734D1B7D2}" srcOrd="0" destOrd="0" parTransId="{2B3D8CE4-DF7B-48FE-9B7D-9639AFAEA940}" sibTransId="{4F2EDAF3-BA5D-46EA-B125-7385C2941B98}"/>
    <dgm:cxn modelId="{8067268D-96DB-4ECE-8763-157EF97F577B}" type="presOf" srcId="{0BF01C04-FBB4-4CAB-8CDD-355586855CA3}" destId="{A3EA9271-62A5-4125-A498-35AAB51B3995}" srcOrd="0" destOrd="0" presId="urn:microsoft.com/office/officeart/2008/layout/LinedList"/>
    <dgm:cxn modelId="{3A44C3B0-0E51-4B6A-8BE7-A38DA302142A}" type="presOf" srcId="{723A9A3B-779D-4915-AA4F-A75F62B6D840}" destId="{4A38A372-3B0D-4497-95A2-E34C00234C85}" srcOrd="0" destOrd="0" presId="urn:microsoft.com/office/officeart/2008/layout/LinedList"/>
    <dgm:cxn modelId="{D40830BB-7C3E-4109-942F-631D5E3C1910}" srcId="{FAE527A0-6AC3-4112-ABCF-C1DA32D39D1F}" destId="{723A9A3B-779D-4915-AA4F-A75F62B6D840}" srcOrd="3" destOrd="0" parTransId="{61CD1371-971A-455F-B0D9-321BC7163297}" sibTransId="{6CD0FC2B-5E82-4465-B962-E7417C0C3EC2}"/>
    <dgm:cxn modelId="{8F9FA1C2-2B90-4723-BD97-385492DD3903}" type="presOf" srcId="{209E73BC-8229-4578-961C-619A5DEFA993}" destId="{79FF93AE-D1F8-44C0-BAEF-664AB0432622}" srcOrd="0" destOrd="0" presId="urn:microsoft.com/office/officeart/2008/layout/LinedList"/>
    <dgm:cxn modelId="{347CBFC3-9A75-4C42-B310-2F053D008E82}" type="presOf" srcId="{FAE527A0-6AC3-4112-ABCF-C1DA32D39D1F}" destId="{350D8983-5E0F-4FB8-8892-342381DF3F42}" srcOrd="0" destOrd="0" presId="urn:microsoft.com/office/officeart/2008/layout/LinedList"/>
    <dgm:cxn modelId="{7752E8E2-7E6B-43EB-A6C8-9BF7EF29B19B}" type="presOf" srcId="{A5406243-F067-4200-8F59-A19F7E7D9E04}" destId="{9C66B903-21F6-4CE8-AB96-FBAB88993D43}" srcOrd="0" destOrd="0" presId="urn:microsoft.com/office/officeart/2008/layout/LinedList"/>
    <dgm:cxn modelId="{87898CF0-48C0-42D0-94E5-440F5C9B2BC9}" srcId="{FAE527A0-6AC3-4112-ABCF-C1DA32D39D1F}" destId="{4CDBB2EB-6C96-496F-8D93-9EAA4E529D7A}" srcOrd="6" destOrd="0" parTransId="{6670C41D-4383-4E36-836E-E3BDF5591D33}" sibTransId="{40F96FC7-5C54-46C4-8E46-E67666EDC410}"/>
    <dgm:cxn modelId="{04D459F3-23FD-41D8-A031-42DD9BAC0B21}" type="presOf" srcId="{4CDBB2EB-6C96-496F-8D93-9EAA4E529D7A}" destId="{E63D0502-799B-4F8B-98E3-AF3A392DE132}" srcOrd="0" destOrd="0" presId="urn:microsoft.com/office/officeart/2008/layout/LinedList"/>
    <dgm:cxn modelId="{A74CEAFA-B5B9-4CF3-B886-8555FBB42EAB}" type="presOf" srcId="{3E7E5EEE-F6EA-41DB-97EF-FCA734D1B7D2}" destId="{33637589-3810-4BD8-8885-C3D24A92BDD5}" srcOrd="0" destOrd="0" presId="urn:microsoft.com/office/officeart/2008/layout/LinedList"/>
    <dgm:cxn modelId="{E1231ACF-5271-49A3-A75A-DC679FCF4412}" type="presParOf" srcId="{350D8983-5E0F-4FB8-8892-342381DF3F42}" destId="{C78BA9C5-D2DC-424B-AB3B-34BF4EA00A49}" srcOrd="0" destOrd="0" presId="urn:microsoft.com/office/officeart/2008/layout/LinedList"/>
    <dgm:cxn modelId="{EFC710A0-C321-4A64-A3E7-6EBADCB04016}" type="presParOf" srcId="{350D8983-5E0F-4FB8-8892-342381DF3F42}" destId="{63DAE4C3-AE6D-45F6-A6A9-185E3946794F}" srcOrd="1" destOrd="0" presId="urn:microsoft.com/office/officeart/2008/layout/LinedList"/>
    <dgm:cxn modelId="{F76C1486-F97C-4660-959E-E3E1E02B47D6}" type="presParOf" srcId="{63DAE4C3-AE6D-45F6-A6A9-185E3946794F}" destId="{33637589-3810-4BD8-8885-C3D24A92BDD5}" srcOrd="0" destOrd="0" presId="urn:microsoft.com/office/officeart/2008/layout/LinedList"/>
    <dgm:cxn modelId="{8B83D39D-40C8-495C-AEA8-DD769E9F343C}" type="presParOf" srcId="{63DAE4C3-AE6D-45F6-A6A9-185E3946794F}" destId="{3B92989A-FE1E-4710-A303-44354690CA93}" srcOrd="1" destOrd="0" presId="urn:microsoft.com/office/officeart/2008/layout/LinedList"/>
    <dgm:cxn modelId="{7E8FDF0A-7777-4B37-9B1A-F961A5FBB015}" type="presParOf" srcId="{350D8983-5E0F-4FB8-8892-342381DF3F42}" destId="{F9EAA036-553C-441E-BA7D-29C082032EDD}" srcOrd="2" destOrd="0" presId="urn:microsoft.com/office/officeart/2008/layout/LinedList"/>
    <dgm:cxn modelId="{23EA7F0A-815B-43BD-BA6F-5A7BEE5C37CD}" type="presParOf" srcId="{350D8983-5E0F-4FB8-8892-342381DF3F42}" destId="{C1CC64F1-5C2F-42D9-B002-60FBB8CE2E42}" srcOrd="3" destOrd="0" presId="urn:microsoft.com/office/officeart/2008/layout/LinedList"/>
    <dgm:cxn modelId="{ABE4E5EC-30A7-41CA-8636-7639B0D4FE68}" type="presParOf" srcId="{C1CC64F1-5C2F-42D9-B002-60FBB8CE2E42}" destId="{0FA46294-8967-4E88-9CC6-ED12A6533712}" srcOrd="0" destOrd="0" presId="urn:microsoft.com/office/officeart/2008/layout/LinedList"/>
    <dgm:cxn modelId="{59CCD397-51D4-4FA4-9B22-D199596EE463}" type="presParOf" srcId="{C1CC64F1-5C2F-42D9-B002-60FBB8CE2E42}" destId="{9F0B38B1-7793-45E4-A47A-3560E82E2745}" srcOrd="1" destOrd="0" presId="urn:microsoft.com/office/officeart/2008/layout/LinedList"/>
    <dgm:cxn modelId="{62AAF222-B152-474D-899B-0B36B526F176}" type="presParOf" srcId="{350D8983-5E0F-4FB8-8892-342381DF3F42}" destId="{9A8072F3-D5CD-44B5-8221-7041B1785956}" srcOrd="4" destOrd="0" presId="urn:microsoft.com/office/officeart/2008/layout/LinedList"/>
    <dgm:cxn modelId="{C83F6810-9912-4EAC-A5C2-DCA935FBE237}" type="presParOf" srcId="{350D8983-5E0F-4FB8-8892-342381DF3F42}" destId="{45A7DBFC-DF2E-4ABC-B922-2E88323365B9}" srcOrd="5" destOrd="0" presId="urn:microsoft.com/office/officeart/2008/layout/LinedList"/>
    <dgm:cxn modelId="{69E63EF3-EC3E-4BC0-BC64-458B34522358}" type="presParOf" srcId="{45A7DBFC-DF2E-4ABC-B922-2E88323365B9}" destId="{9C66B903-21F6-4CE8-AB96-FBAB88993D43}" srcOrd="0" destOrd="0" presId="urn:microsoft.com/office/officeart/2008/layout/LinedList"/>
    <dgm:cxn modelId="{D7820F09-A1E4-4F14-936A-29C430C41DD1}" type="presParOf" srcId="{45A7DBFC-DF2E-4ABC-B922-2E88323365B9}" destId="{81705D1E-0FFD-4C68-9B56-1453E6DC56C6}" srcOrd="1" destOrd="0" presId="urn:microsoft.com/office/officeart/2008/layout/LinedList"/>
    <dgm:cxn modelId="{2CC05702-EBEF-418B-906D-95D9C7FD6F96}" type="presParOf" srcId="{350D8983-5E0F-4FB8-8892-342381DF3F42}" destId="{54CC1D49-C992-4F29-B0F5-940437191EF1}" srcOrd="6" destOrd="0" presId="urn:microsoft.com/office/officeart/2008/layout/LinedList"/>
    <dgm:cxn modelId="{1D2410CC-934C-4DEE-8C6B-3F472C21186B}" type="presParOf" srcId="{350D8983-5E0F-4FB8-8892-342381DF3F42}" destId="{C1FFC71E-DEBA-4B16-9446-C767B600A541}" srcOrd="7" destOrd="0" presId="urn:microsoft.com/office/officeart/2008/layout/LinedList"/>
    <dgm:cxn modelId="{C362F26F-BAF2-4CBF-B3DB-F44B97304395}" type="presParOf" srcId="{C1FFC71E-DEBA-4B16-9446-C767B600A541}" destId="{4A38A372-3B0D-4497-95A2-E34C00234C85}" srcOrd="0" destOrd="0" presId="urn:microsoft.com/office/officeart/2008/layout/LinedList"/>
    <dgm:cxn modelId="{D6CEBABD-B939-4FFE-BF4B-BF2C93A2AFF9}" type="presParOf" srcId="{C1FFC71E-DEBA-4B16-9446-C767B600A541}" destId="{55614F89-65BA-4458-BB46-2B4A60DED575}" srcOrd="1" destOrd="0" presId="urn:microsoft.com/office/officeart/2008/layout/LinedList"/>
    <dgm:cxn modelId="{2050A178-3F50-41FD-9C02-752796D023A2}" type="presParOf" srcId="{350D8983-5E0F-4FB8-8892-342381DF3F42}" destId="{E252DF86-6F66-4FEC-99B4-F65FD52CC826}" srcOrd="8" destOrd="0" presId="urn:microsoft.com/office/officeart/2008/layout/LinedList"/>
    <dgm:cxn modelId="{ED6DF64B-E80C-42AA-8F72-0C8FD8C34086}" type="presParOf" srcId="{350D8983-5E0F-4FB8-8892-342381DF3F42}" destId="{D595486C-8D0F-4588-948D-12BFA740E117}" srcOrd="9" destOrd="0" presId="urn:microsoft.com/office/officeart/2008/layout/LinedList"/>
    <dgm:cxn modelId="{B4114580-0B93-40FC-82A7-46D9865BAB89}" type="presParOf" srcId="{D595486C-8D0F-4588-948D-12BFA740E117}" destId="{A3EA9271-62A5-4125-A498-35AAB51B3995}" srcOrd="0" destOrd="0" presId="urn:microsoft.com/office/officeart/2008/layout/LinedList"/>
    <dgm:cxn modelId="{DD6A7E2D-911A-4D49-9E21-4139C6BDC02E}" type="presParOf" srcId="{D595486C-8D0F-4588-948D-12BFA740E117}" destId="{356C38A5-96BB-41D4-A887-FCC03DBD7D9E}" srcOrd="1" destOrd="0" presId="urn:microsoft.com/office/officeart/2008/layout/LinedList"/>
    <dgm:cxn modelId="{2CDDE237-8D0A-40BA-8FB4-5B1980E7B1CA}" type="presParOf" srcId="{350D8983-5E0F-4FB8-8892-342381DF3F42}" destId="{74219231-7201-45A5-B330-79E545B4A7DE}" srcOrd="10" destOrd="0" presId="urn:microsoft.com/office/officeart/2008/layout/LinedList"/>
    <dgm:cxn modelId="{4D63029C-2249-4168-8987-42174A47D7D4}" type="presParOf" srcId="{350D8983-5E0F-4FB8-8892-342381DF3F42}" destId="{B65525A6-A354-498E-B9C0-A4AF37E72A67}" srcOrd="11" destOrd="0" presId="urn:microsoft.com/office/officeart/2008/layout/LinedList"/>
    <dgm:cxn modelId="{73051058-B5F2-475D-AC78-7AEB66132579}" type="presParOf" srcId="{B65525A6-A354-498E-B9C0-A4AF37E72A67}" destId="{79FF93AE-D1F8-44C0-BAEF-664AB0432622}" srcOrd="0" destOrd="0" presId="urn:microsoft.com/office/officeart/2008/layout/LinedList"/>
    <dgm:cxn modelId="{D8131AAF-3492-4A65-8129-9714A35F1401}" type="presParOf" srcId="{B65525A6-A354-498E-B9C0-A4AF37E72A67}" destId="{EE43E961-E5F9-4889-A892-05634E3E2A88}" srcOrd="1" destOrd="0" presId="urn:microsoft.com/office/officeart/2008/layout/LinedList"/>
    <dgm:cxn modelId="{C71F427B-E20C-4EEF-B2A6-5FCC72825EE8}" type="presParOf" srcId="{350D8983-5E0F-4FB8-8892-342381DF3F42}" destId="{1D2091F5-AFF4-4D0F-A0C7-CC4E20BE8090}" srcOrd="12" destOrd="0" presId="urn:microsoft.com/office/officeart/2008/layout/LinedList"/>
    <dgm:cxn modelId="{8D125CE1-0C36-4D59-B333-15ED97AA6D62}" type="presParOf" srcId="{350D8983-5E0F-4FB8-8892-342381DF3F42}" destId="{1257E20A-2EA1-44F6-9BEA-1748E3DB6553}" srcOrd="13" destOrd="0" presId="urn:microsoft.com/office/officeart/2008/layout/LinedList"/>
    <dgm:cxn modelId="{34EBC059-E711-492C-B281-97EC331CA488}" type="presParOf" srcId="{1257E20A-2EA1-44F6-9BEA-1748E3DB6553}" destId="{E63D0502-799B-4F8B-98E3-AF3A392DE132}" srcOrd="0" destOrd="0" presId="urn:microsoft.com/office/officeart/2008/layout/LinedList"/>
    <dgm:cxn modelId="{5B023D4D-C180-4FF6-ADB6-57DA8A5910A9}" type="presParOf" srcId="{1257E20A-2EA1-44F6-9BEA-1748E3DB6553}" destId="{034ACCCE-AE9A-4F73-81F6-CFC591220CF1}" srcOrd="1" destOrd="0" presId="urn:microsoft.com/office/officeart/2008/layout/LinedList"/>
    <dgm:cxn modelId="{C195288F-1673-4280-9B72-74798C296FBF}" type="presParOf" srcId="{350D8983-5E0F-4FB8-8892-342381DF3F42}" destId="{51697BB2-11A3-41C4-A9FA-65DEB8DCDB96}" srcOrd="14" destOrd="0" presId="urn:microsoft.com/office/officeart/2008/layout/LinedList"/>
    <dgm:cxn modelId="{F0D093BC-767D-4C0B-9165-17BB5C8F4AD1}" type="presParOf" srcId="{350D8983-5E0F-4FB8-8892-342381DF3F42}" destId="{082A9F65-DACC-4EF0-9392-8A2757870539}" srcOrd="15" destOrd="0" presId="urn:microsoft.com/office/officeart/2008/layout/LinedList"/>
    <dgm:cxn modelId="{17B3F412-9104-4ABC-A355-5916003C7EC8}" type="presParOf" srcId="{082A9F65-DACC-4EF0-9392-8A2757870539}" destId="{247E4426-522F-44F2-A464-E31DFFDD0295}" srcOrd="0" destOrd="0" presId="urn:microsoft.com/office/officeart/2008/layout/LinedList"/>
    <dgm:cxn modelId="{48574D7E-9685-492B-9A12-FAC7A77C136D}" type="presParOf" srcId="{082A9F65-DACC-4EF0-9392-8A2757870539}" destId="{E9FE8052-808A-4FC5-9852-892A54542F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B5C23A-7629-4EBC-B862-3D469C4BCEC7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38597EF-B16B-4E2D-A8E1-5968686CC62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dirty="0"/>
            <a:t>Informal retail channels serve as the economic lifeblood of South African townships</a:t>
          </a:r>
          <a:r>
            <a:rPr lang="en-US" sz="1100" dirty="0"/>
            <a:t>.</a:t>
          </a:r>
        </a:p>
      </dgm:t>
    </dgm:pt>
    <dgm:pt modelId="{120B46C4-7AA0-4CA7-AFB2-52CE3535C7BB}" type="parTrans" cxnId="{1C9EFF62-2341-4006-AF76-70F2C5C538BC}">
      <dgm:prSet/>
      <dgm:spPr/>
      <dgm:t>
        <a:bodyPr/>
        <a:lstStyle/>
        <a:p>
          <a:endParaRPr lang="en-US"/>
        </a:p>
      </dgm:t>
    </dgm:pt>
    <dgm:pt modelId="{C03B209F-29A9-4B85-9229-C13F750E60BC}" type="sibTrans" cxnId="{1C9EFF62-2341-4006-AF76-70F2C5C538BC}">
      <dgm:prSet/>
      <dgm:spPr/>
      <dgm:t>
        <a:bodyPr/>
        <a:lstStyle/>
        <a:p>
          <a:endParaRPr lang="en-US"/>
        </a:p>
      </dgm:t>
    </dgm:pt>
    <dgm:pt modelId="{113C1AC8-65BF-4AD6-819A-95F89A43259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Removing logistical bottlenecks from the informal retail chain directly stabilizes household food security in marginalized neighborhoods.</a:t>
          </a:r>
        </a:p>
      </dgm:t>
    </dgm:pt>
    <dgm:pt modelId="{9933A214-010A-4AE3-9DC0-8E951FC8D209}" type="parTrans" cxnId="{43D2155E-6B2D-4361-9BB6-FBD8F110B16C}">
      <dgm:prSet/>
      <dgm:spPr/>
      <dgm:t>
        <a:bodyPr/>
        <a:lstStyle/>
        <a:p>
          <a:endParaRPr lang="en-US"/>
        </a:p>
      </dgm:t>
    </dgm:pt>
    <dgm:pt modelId="{CE5967CF-2FAE-49BD-9B35-A0A69DC201C3}" type="sibTrans" cxnId="{43D2155E-6B2D-4361-9BB6-FBD8F110B16C}">
      <dgm:prSet/>
      <dgm:spPr/>
      <dgm:t>
        <a:bodyPr/>
        <a:lstStyle/>
        <a:p>
          <a:endParaRPr lang="en-US"/>
        </a:p>
      </dgm:t>
    </dgm:pt>
    <dgm:pt modelId="{731FCEAE-EC8B-453C-AD60-A67583740D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By optimizing operations, money is kept circulating within township communities, driving local economic development and employment.</a:t>
          </a:r>
        </a:p>
      </dgm:t>
    </dgm:pt>
    <dgm:pt modelId="{80D1455B-F606-4D47-82C7-819A8363BA66}" type="parTrans" cxnId="{01142FC5-FCB4-496E-A3E7-D30E0E93BE6A}">
      <dgm:prSet/>
      <dgm:spPr/>
      <dgm:t>
        <a:bodyPr/>
        <a:lstStyle/>
        <a:p>
          <a:endParaRPr lang="en-US"/>
        </a:p>
      </dgm:t>
    </dgm:pt>
    <dgm:pt modelId="{0B781B32-E678-4E41-9073-90B33A8CF083}" type="sibTrans" cxnId="{01142FC5-FCB4-496E-A3E7-D30E0E93BE6A}">
      <dgm:prSet/>
      <dgm:spPr/>
      <dgm:t>
        <a:bodyPr/>
        <a:lstStyle/>
        <a:p>
          <a:endParaRPr lang="en-US"/>
        </a:p>
      </dgm:t>
    </dgm:pt>
    <dgm:pt modelId="{69420379-40D7-471F-8014-D9B2873B92FB}" type="pres">
      <dgm:prSet presAssocID="{30B5C23A-7629-4EBC-B862-3D469C4BCEC7}" presName="root" presStyleCnt="0">
        <dgm:presLayoutVars>
          <dgm:dir/>
          <dgm:resizeHandles val="exact"/>
        </dgm:presLayoutVars>
      </dgm:prSet>
      <dgm:spPr/>
    </dgm:pt>
    <dgm:pt modelId="{7EBD4043-3A4F-4455-8C71-E762D396E714}" type="pres">
      <dgm:prSet presAssocID="{B38597EF-B16B-4E2D-A8E1-5968686CC629}" presName="compNode" presStyleCnt="0"/>
      <dgm:spPr/>
    </dgm:pt>
    <dgm:pt modelId="{62149663-9528-4FB5-B045-67DE0603507C}" type="pres">
      <dgm:prSet presAssocID="{B38597EF-B16B-4E2D-A8E1-5968686CC62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5917E20-B783-4E46-AE2C-20545F2B920E}" type="pres">
      <dgm:prSet presAssocID="{B38597EF-B16B-4E2D-A8E1-5968686CC62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3E096DE0-4C1B-4C50-8EDA-737A418DA92C}" type="pres">
      <dgm:prSet presAssocID="{B38597EF-B16B-4E2D-A8E1-5968686CC629}" presName="spaceRect" presStyleCnt="0"/>
      <dgm:spPr/>
    </dgm:pt>
    <dgm:pt modelId="{65C2EE5F-0D9D-4062-854D-DC9A82893ACC}" type="pres">
      <dgm:prSet presAssocID="{B38597EF-B16B-4E2D-A8E1-5968686CC629}" presName="textRect" presStyleLbl="revTx" presStyleIdx="0" presStyleCnt="3">
        <dgm:presLayoutVars>
          <dgm:chMax val="1"/>
          <dgm:chPref val="1"/>
        </dgm:presLayoutVars>
      </dgm:prSet>
      <dgm:spPr/>
    </dgm:pt>
    <dgm:pt modelId="{BACF435D-504B-47F6-9707-A5391AB9D85C}" type="pres">
      <dgm:prSet presAssocID="{C03B209F-29A9-4B85-9229-C13F750E60BC}" presName="sibTrans" presStyleCnt="0"/>
      <dgm:spPr/>
    </dgm:pt>
    <dgm:pt modelId="{99614798-AC81-4798-8667-3CB1BCD9D5EC}" type="pres">
      <dgm:prSet presAssocID="{113C1AC8-65BF-4AD6-819A-95F89A432596}" presName="compNode" presStyleCnt="0"/>
      <dgm:spPr/>
    </dgm:pt>
    <dgm:pt modelId="{A8CCF247-6B1B-419B-8050-8B0A174EEC55}" type="pres">
      <dgm:prSet presAssocID="{113C1AC8-65BF-4AD6-819A-95F89A43259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ED4A0A9-7C08-4A27-94DF-D0D4C13FAF5C}" type="pres">
      <dgm:prSet presAssocID="{113C1AC8-65BF-4AD6-819A-95F89A43259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6388CDA8-D46C-4FFA-BBE1-B873FD6C508E}" type="pres">
      <dgm:prSet presAssocID="{113C1AC8-65BF-4AD6-819A-95F89A432596}" presName="spaceRect" presStyleCnt="0"/>
      <dgm:spPr/>
    </dgm:pt>
    <dgm:pt modelId="{4C6DB912-5747-4AB9-99CA-F938B50AAADE}" type="pres">
      <dgm:prSet presAssocID="{113C1AC8-65BF-4AD6-819A-95F89A432596}" presName="textRect" presStyleLbl="revTx" presStyleIdx="1" presStyleCnt="3">
        <dgm:presLayoutVars>
          <dgm:chMax val="1"/>
          <dgm:chPref val="1"/>
        </dgm:presLayoutVars>
      </dgm:prSet>
      <dgm:spPr/>
    </dgm:pt>
    <dgm:pt modelId="{19B03011-DA56-4D3C-B013-3ABDFA291F21}" type="pres">
      <dgm:prSet presAssocID="{CE5967CF-2FAE-49BD-9B35-A0A69DC201C3}" presName="sibTrans" presStyleCnt="0"/>
      <dgm:spPr/>
    </dgm:pt>
    <dgm:pt modelId="{0ADDE37C-9EEF-415B-9E4C-C5EF04F49127}" type="pres">
      <dgm:prSet presAssocID="{731FCEAE-EC8B-453C-AD60-A67583740D29}" presName="compNode" presStyleCnt="0"/>
      <dgm:spPr/>
    </dgm:pt>
    <dgm:pt modelId="{6A2D8F74-65EE-46B7-A656-552D185FE406}" type="pres">
      <dgm:prSet presAssocID="{731FCEAE-EC8B-453C-AD60-A67583740D29}" presName="iconBgRect" presStyleLbl="bgShp" presStyleIdx="2" presStyleCnt="3" custLinFactNeighborY="754"/>
      <dgm:spPr>
        <a:prstGeom prst="round2DiagRect">
          <a:avLst>
            <a:gd name="adj1" fmla="val 29727"/>
            <a:gd name="adj2" fmla="val 0"/>
          </a:avLst>
        </a:prstGeom>
      </dgm:spPr>
    </dgm:pt>
    <dgm:pt modelId="{CB397E60-047F-4C93-8E1C-3E4DE691B0E3}" type="pres">
      <dgm:prSet presAssocID="{731FCEAE-EC8B-453C-AD60-A67583740D2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8732DE3-597C-4587-A94B-152C5B2705B5}" type="pres">
      <dgm:prSet presAssocID="{731FCEAE-EC8B-453C-AD60-A67583740D29}" presName="spaceRect" presStyleCnt="0"/>
      <dgm:spPr/>
    </dgm:pt>
    <dgm:pt modelId="{3048CD9D-1070-46BA-9168-85E53A6973CF}" type="pres">
      <dgm:prSet presAssocID="{731FCEAE-EC8B-453C-AD60-A67583740D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20E8919-AF12-42A9-99ED-765556712781}" type="presOf" srcId="{113C1AC8-65BF-4AD6-819A-95F89A432596}" destId="{4C6DB912-5747-4AB9-99CA-F938B50AAADE}" srcOrd="0" destOrd="0" presId="urn:microsoft.com/office/officeart/2018/5/layout/IconLeafLabelList"/>
    <dgm:cxn modelId="{09D9953A-EA8D-4689-A7DF-BA50D05EBA7F}" type="presOf" srcId="{30B5C23A-7629-4EBC-B862-3D469C4BCEC7}" destId="{69420379-40D7-471F-8014-D9B2873B92FB}" srcOrd="0" destOrd="0" presId="urn:microsoft.com/office/officeart/2018/5/layout/IconLeafLabelList"/>
    <dgm:cxn modelId="{43D2155E-6B2D-4361-9BB6-FBD8F110B16C}" srcId="{30B5C23A-7629-4EBC-B862-3D469C4BCEC7}" destId="{113C1AC8-65BF-4AD6-819A-95F89A432596}" srcOrd="1" destOrd="0" parTransId="{9933A214-010A-4AE3-9DC0-8E951FC8D209}" sibTransId="{CE5967CF-2FAE-49BD-9B35-A0A69DC201C3}"/>
    <dgm:cxn modelId="{1C9EFF62-2341-4006-AF76-70F2C5C538BC}" srcId="{30B5C23A-7629-4EBC-B862-3D469C4BCEC7}" destId="{B38597EF-B16B-4E2D-A8E1-5968686CC629}" srcOrd="0" destOrd="0" parTransId="{120B46C4-7AA0-4CA7-AFB2-52CE3535C7BB}" sibTransId="{C03B209F-29A9-4B85-9229-C13F750E60BC}"/>
    <dgm:cxn modelId="{DFFAC3B8-FC77-43C1-89C0-A5491701E472}" type="presOf" srcId="{731FCEAE-EC8B-453C-AD60-A67583740D29}" destId="{3048CD9D-1070-46BA-9168-85E53A6973CF}" srcOrd="0" destOrd="0" presId="urn:microsoft.com/office/officeart/2018/5/layout/IconLeafLabelList"/>
    <dgm:cxn modelId="{01142FC5-FCB4-496E-A3E7-D30E0E93BE6A}" srcId="{30B5C23A-7629-4EBC-B862-3D469C4BCEC7}" destId="{731FCEAE-EC8B-453C-AD60-A67583740D29}" srcOrd="2" destOrd="0" parTransId="{80D1455B-F606-4D47-82C7-819A8363BA66}" sibTransId="{0B781B32-E678-4E41-9073-90B33A8CF083}"/>
    <dgm:cxn modelId="{0270E0E1-0CE1-4DFD-90F2-0165108411F7}" type="presOf" srcId="{B38597EF-B16B-4E2D-A8E1-5968686CC629}" destId="{65C2EE5F-0D9D-4062-854D-DC9A82893ACC}" srcOrd="0" destOrd="0" presId="urn:microsoft.com/office/officeart/2018/5/layout/IconLeafLabelList"/>
    <dgm:cxn modelId="{3F93F576-8642-4424-A7F1-08DB7B12F708}" type="presParOf" srcId="{69420379-40D7-471F-8014-D9B2873B92FB}" destId="{7EBD4043-3A4F-4455-8C71-E762D396E714}" srcOrd="0" destOrd="0" presId="urn:microsoft.com/office/officeart/2018/5/layout/IconLeafLabelList"/>
    <dgm:cxn modelId="{953F842E-FB7B-4EB6-B1EF-C9CC1B593927}" type="presParOf" srcId="{7EBD4043-3A4F-4455-8C71-E762D396E714}" destId="{62149663-9528-4FB5-B045-67DE0603507C}" srcOrd="0" destOrd="0" presId="urn:microsoft.com/office/officeart/2018/5/layout/IconLeafLabelList"/>
    <dgm:cxn modelId="{0D726B0D-0672-4FE4-AEE8-97BCA39DA2D8}" type="presParOf" srcId="{7EBD4043-3A4F-4455-8C71-E762D396E714}" destId="{A5917E20-B783-4E46-AE2C-20545F2B920E}" srcOrd="1" destOrd="0" presId="urn:microsoft.com/office/officeart/2018/5/layout/IconLeafLabelList"/>
    <dgm:cxn modelId="{42CC1EF1-76FA-4E63-BB22-99D2BCE3CEAE}" type="presParOf" srcId="{7EBD4043-3A4F-4455-8C71-E762D396E714}" destId="{3E096DE0-4C1B-4C50-8EDA-737A418DA92C}" srcOrd="2" destOrd="0" presId="urn:microsoft.com/office/officeart/2018/5/layout/IconLeafLabelList"/>
    <dgm:cxn modelId="{8B827EE9-0AE8-4C46-B310-A0D3F1F03A3F}" type="presParOf" srcId="{7EBD4043-3A4F-4455-8C71-E762D396E714}" destId="{65C2EE5F-0D9D-4062-854D-DC9A82893ACC}" srcOrd="3" destOrd="0" presId="urn:microsoft.com/office/officeart/2018/5/layout/IconLeafLabelList"/>
    <dgm:cxn modelId="{C3C30845-DF91-452C-AAF2-AD5E63690004}" type="presParOf" srcId="{69420379-40D7-471F-8014-D9B2873B92FB}" destId="{BACF435D-504B-47F6-9707-A5391AB9D85C}" srcOrd="1" destOrd="0" presId="urn:microsoft.com/office/officeart/2018/5/layout/IconLeafLabelList"/>
    <dgm:cxn modelId="{A1504511-9E9C-4581-9925-72B695F7DBF3}" type="presParOf" srcId="{69420379-40D7-471F-8014-D9B2873B92FB}" destId="{99614798-AC81-4798-8667-3CB1BCD9D5EC}" srcOrd="2" destOrd="0" presId="urn:microsoft.com/office/officeart/2018/5/layout/IconLeafLabelList"/>
    <dgm:cxn modelId="{EC84F568-707D-43A5-A0C9-170E983EB085}" type="presParOf" srcId="{99614798-AC81-4798-8667-3CB1BCD9D5EC}" destId="{A8CCF247-6B1B-419B-8050-8B0A174EEC55}" srcOrd="0" destOrd="0" presId="urn:microsoft.com/office/officeart/2018/5/layout/IconLeafLabelList"/>
    <dgm:cxn modelId="{1D49DEB9-BFFC-429F-9DAF-A5021A339626}" type="presParOf" srcId="{99614798-AC81-4798-8667-3CB1BCD9D5EC}" destId="{5ED4A0A9-7C08-4A27-94DF-D0D4C13FAF5C}" srcOrd="1" destOrd="0" presId="urn:microsoft.com/office/officeart/2018/5/layout/IconLeafLabelList"/>
    <dgm:cxn modelId="{AAFE6A3C-B54B-4883-9198-CDAECDA7B47B}" type="presParOf" srcId="{99614798-AC81-4798-8667-3CB1BCD9D5EC}" destId="{6388CDA8-D46C-4FFA-BBE1-B873FD6C508E}" srcOrd="2" destOrd="0" presId="urn:microsoft.com/office/officeart/2018/5/layout/IconLeafLabelList"/>
    <dgm:cxn modelId="{EECD8583-4CFE-4C4B-B9C0-34248A526ADE}" type="presParOf" srcId="{99614798-AC81-4798-8667-3CB1BCD9D5EC}" destId="{4C6DB912-5747-4AB9-99CA-F938B50AAADE}" srcOrd="3" destOrd="0" presId="urn:microsoft.com/office/officeart/2018/5/layout/IconLeafLabelList"/>
    <dgm:cxn modelId="{B5326AF6-2E61-4DD4-8666-D2039D485FC8}" type="presParOf" srcId="{69420379-40D7-471F-8014-D9B2873B92FB}" destId="{19B03011-DA56-4D3C-B013-3ABDFA291F21}" srcOrd="3" destOrd="0" presId="urn:microsoft.com/office/officeart/2018/5/layout/IconLeafLabelList"/>
    <dgm:cxn modelId="{1AE559F7-4965-46D0-90DE-6D16A7157048}" type="presParOf" srcId="{69420379-40D7-471F-8014-D9B2873B92FB}" destId="{0ADDE37C-9EEF-415B-9E4C-C5EF04F49127}" srcOrd="4" destOrd="0" presId="urn:microsoft.com/office/officeart/2018/5/layout/IconLeafLabelList"/>
    <dgm:cxn modelId="{5A249000-BFF4-4AEE-816B-0E83A65B7FB7}" type="presParOf" srcId="{0ADDE37C-9EEF-415B-9E4C-C5EF04F49127}" destId="{6A2D8F74-65EE-46B7-A656-552D185FE406}" srcOrd="0" destOrd="0" presId="urn:microsoft.com/office/officeart/2018/5/layout/IconLeafLabelList"/>
    <dgm:cxn modelId="{502BF0CC-F158-4280-8468-5312EF27D45B}" type="presParOf" srcId="{0ADDE37C-9EEF-415B-9E4C-C5EF04F49127}" destId="{CB397E60-047F-4C93-8E1C-3E4DE691B0E3}" srcOrd="1" destOrd="0" presId="urn:microsoft.com/office/officeart/2018/5/layout/IconLeafLabelList"/>
    <dgm:cxn modelId="{0992B7C5-C108-4661-BB17-C05C7343D5A8}" type="presParOf" srcId="{0ADDE37C-9EEF-415B-9E4C-C5EF04F49127}" destId="{88732DE3-597C-4587-A94B-152C5B2705B5}" srcOrd="2" destOrd="0" presId="urn:microsoft.com/office/officeart/2018/5/layout/IconLeafLabelList"/>
    <dgm:cxn modelId="{DA5770FE-7944-444F-AD30-4D85220FD0F2}" type="presParOf" srcId="{0ADDE37C-9EEF-415B-9E4C-C5EF04F49127}" destId="{3048CD9D-1070-46BA-9168-85E53A6973C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DCC9D4-A055-4720-8FED-95FB25292938}" type="doc">
      <dgm:prSet loTypeId="urn:microsoft.com/office/officeart/2026/layout/TextCardSideLineNumbered" loCatId="textcard" qsTypeId="urn:microsoft.com/office/officeart/2005/8/quickstyle/simple1#3" qsCatId="simple" csTypeId="urn:microsoft.com/office/officeart/2005/8/colors/colorful1#2" csCatId="colorful" phldr="1"/>
      <dgm:spPr/>
      <dgm:t>
        <a:bodyPr/>
        <a:lstStyle/>
        <a:p>
          <a:endParaRPr lang="en-ZA"/>
        </a:p>
      </dgm:t>
    </dgm:pt>
    <dgm:pt modelId="{FA4E89DC-628E-476B-85D0-F650DEFC1B78}">
      <dgm:prSet phldrT="Title" phldr="0"/>
      <dgm:spPr/>
      <dgm:t>
        <a:bodyPr/>
        <a:lstStyle/>
        <a:p>
          <a:pPr>
            <a:defRPr b="1"/>
          </a:pPr>
          <a:r>
            <a:rPr lang="en-ZA"/>
            <a:t>Digital Ordering</a:t>
          </a:r>
          <a:endParaRPr lang="en-ZA" dirty="0"/>
        </a:p>
      </dgm:t>
    </dgm:pt>
    <dgm:pt modelId="{483B40D7-E0CA-41C9-B78C-5CC73ED7A1D3}" type="parTrans" cxnId="{04F61CD4-68AB-4549-96F0-D286C97838C9}">
      <dgm:prSet/>
      <dgm:spPr/>
      <dgm:t>
        <a:bodyPr/>
        <a:lstStyle/>
        <a:p>
          <a:endParaRPr lang="en-ZA"/>
        </a:p>
      </dgm:t>
    </dgm:pt>
    <dgm:pt modelId="{A2AFBBD8-1202-4436-BF77-F357C46B0E5D}" type="sibTrans" cxnId="{04F61CD4-68AB-4549-96F0-D286C97838C9}">
      <dgm:prSet phldrT="1" phldr="0"/>
      <dgm:spPr/>
      <dgm:t>
        <a:bodyPr/>
        <a:lstStyle/>
        <a:p>
          <a:pPr>
            <a:defRPr b="1"/>
          </a:pPr>
          <a:r>
            <a:rPr lang="en-ZA"/>
            <a:t>1</a:t>
          </a:r>
        </a:p>
      </dgm:t>
    </dgm:pt>
    <dgm:pt modelId="{CCDE5723-A30B-4183-BBBE-EDE213EA316C}">
      <dgm:prSet phldrT="Description" custT="1"/>
      <dgm:spPr/>
      <dgm:t>
        <a:bodyPr/>
        <a:lstStyle/>
        <a:p>
          <a:r>
            <a:rPr lang="en-US" sz="1600" b="0" dirty="0">
              <a:latin typeface="Arial" panose="020B0604020202020204"/>
            </a:rPr>
            <a:t>We give shop owners a simple website to place orders.</a:t>
          </a:r>
          <a:endParaRPr lang="en-ZA" sz="1600" dirty="0"/>
        </a:p>
      </dgm:t>
    </dgm:pt>
    <dgm:pt modelId="{0854414C-2C31-4F12-B42C-981C9A60AEB4}" type="parTrans" cxnId="{0C0EBFD1-73A4-4EAA-B284-FD44D01D60D5}">
      <dgm:prSet/>
      <dgm:spPr/>
      <dgm:t>
        <a:bodyPr/>
        <a:lstStyle/>
        <a:p>
          <a:endParaRPr lang="en-ZA"/>
        </a:p>
      </dgm:t>
    </dgm:pt>
    <dgm:pt modelId="{5ECA5872-CB59-4725-AB43-2D0A9AF8CB3D}" type="sibTrans" cxnId="{0C0EBFD1-73A4-4EAA-B284-FD44D01D60D5}">
      <dgm:prSet/>
      <dgm:spPr/>
      <dgm:t>
        <a:bodyPr/>
        <a:lstStyle/>
        <a:p>
          <a:endParaRPr lang="en-ZA"/>
        </a:p>
      </dgm:t>
    </dgm:pt>
    <dgm:pt modelId="{5EE3CCA8-5608-4F18-A370-2976B3A3926D}">
      <dgm:prSet phldrT="Title" phldr="0"/>
      <dgm:spPr/>
      <dgm:t>
        <a:bodyPr/>
        <a:lstStyle/>
        <a:p>
          <a:pPr>
            <a:defRPr b="1"/>
          </a:pPr>
          <a:r>
            <a:rPr lang="en-ZA" dirty="0"/>
            <a:t>Cooperative Buying</a:t>
          </a:r>
        </a:p>
      </dgm:t>
    </dgm:pt>
    <dgm:pt modelId="{93615682-40FD-4BC6-A24A-2C1DC4F96A0F}" type="parTrans" cxnId="{9E4A6AA6-63EF-4E13-8071-56EC6F6C80AE}">
      <dgm:prSet/>
      <dgm:spPr/>
      <dgm:t>
        <a:bodyPr/>
        <a:lstStyle/>
        <a:p>
          <a:endParaRPr lang="en-ZA"/>
        </a:p>
      </dgm:t>
    </dgm:pt>
    <dgm:pt modelId="{3F193AD2-A0AA-4570-9AAA-4F71A2955A84}" type="sibTrans" cxnId="{9E4A6AA6-63EF-4E13-8071-56EC6F6C80AE}">
      <dgm:prSet phldrT="2" phldr="0"/>
      <dgm:spPr/>
      <dgm:t>
        <a:bodyPr/>
        <a:lstStyle/>
        <a:p>
          <a:pPr>
            <a:defRPr b="1"/>
          </a:pPr>
          <a:r>
            <a:rPr lang="en-ZA"/>
            <a:t>2</a:t>
          </a:r>
        </a:p>
      </dgm:t>
    </dgm:pt>
    <dgm:pt modelId="{5AF3341E-6A15-4819-BBAC-47F1ED79D405}">
      <dgm:prSet phldrT="Description" custT="1"/>
      <dgm:spPr/>
      <dgm:t>
        <a:bodyPr/>
        <a:lstStyle/>
        <a:p>
          <a:r>
            <a:rPr lang="en-US" sz="1600" dirty="0"/>
            <a:t>We help local shops team up by buying together </a:t>
          </a:r>
          <a:r>
            <a:rPr lang="en-US" sz="1400" dirty="0"/>
            <a:t>.</a:t>
          </a:r>
          <a:endParaRPr lang="en-ZA" sz="1400" dirty="0"/>
        </a:p>
      </dgm:t>
    </dgm:pt>
    <dgm:pt modelId="{4856C305-559D-4124-9296-AA5DDA228F84}" type="parTrans" cxnId="{B3713BFA-E42B-4969-8AF2-A2A3FAA17E97}">
      <dgm:prSet/>
      <dgm:spPr/>
      <dgm:t>
        <a:bodyPr/>
        <a:lstStyle/>
        <a:p>
          <a:endParaRPr lang="en-ZA"/>
        </a:p>
      </dgm:t>
    </dgm:pt>
    <dgm:pt modelId="{65B2B878-3B28-4321-8F41-541509F5C4A6}" type="sibTrans" cxnId="{B3713BFA-E42B-4969-8AF2-A2A3FAA17E97}">
      <dgm:prSet/>
      <dgm:spPr/>
      <dgm:t>
        <a:bodyPr/>
        <a:lstStyle/>
        <a:p>
          <a:endParaRPr lang="en-ZA"/>
        </a:p>
      </dgm:t>
    </dgm:pt>
    <dgm:pt modelId="{84D5CC9E-9922-4B38-971E-0DBF301580EB}">
      <dgm:prSet phldrT="Title" phldr="0"/>
      <dgm:spPr/>
      <dgm:t>
        <a:bodyPr/>
        <a:lstStyle/>
        <a:p>
          <a:pPr>
            <a:defRPr b="1"/>
          </a:pPr>
          <a:r>
            <a:rPr lang="en-ZA"/>
            <a:t>Shared Logistics</a:t>
          </a:r>
          <a:endParaRPr lang="en-ZA" dirty="0"/>
        </a:p>
      </dgm:t>
    </dgm:pt>
    <dgm:pt modelId="{CB2FA2B0-9DE9-46B9-9110-3D8B3A4A793C}" type="parTrans" cxnId="{96E4BC9F-1EC2-4BDC-878B-A3ED89531460}">
      <dgm:prSet/>
      <dgm:spPr/>
      <dgm:t>
        <a:bodyPr/>
        <a:lstStyle/>
        <a:p>
          <a:endParaRPr lang="en-ZA"/>
        </a:p>
      </dgm:t>
    </dgm:pt>
    <dgm:pt modelId="{63268551-235F-4275-B645-949A55588BCE}" type="sibTrans" cxnId="{96E4BC9F-1EC2-4BDC-878B-A3ED89531460}">
      <dgm:prSet phldrT="3" phldr="0"/>
      <dgm:spPr/>
      <dgm:t>
        <a:bodyPr/>
        <a:lstStyle/>
        <a:p>
          <a:pPr>
            <a:defRPr b="1"/>
          </a:pPr>
          <a:r>
            <a:rPr lang="en-ZA"/>
            <a:t>3</a:t>
          </a:r>
        </a:p>
      </dgm:t>
    </dgm:pt>
    <dgm:pt modelId="{A8153C0B-5558-46B8-BDBA-7C3062DCE1F1}">
      <dgm:prSet phldrT="Description" phldr="0" custT="1"/>
      <dgm:spPr/>
      <dgm:t>
        <a:bodyPr/>
        <a:lstStyle/>
        <a:p>
          <a:r>
            <a:rPr lang="en-ZA" sz="1600" dirty="0"/>
            <a:t>Instead of sending separate trucks we use shared deliveries, one truck delivers to many shops in the same area</a:t>
          </a:r>
        </a:p>
      </dgm:t>
    </dgm:pt>
    <dgm:pt modelId="{4F489720-02C3-4470-94CB-76B78AE718F7}" type="parTrans" cxnId="{1B41CE84-0624-4F7A-8F47-132DBE7F7F50}">
      <dgm:prSet/>
      <dgm:spPr/>
      <dgm:t>
        <a:bodyPr/>
        <a:lstStyle/>
        <a:p>
          <a:endParaRPr lang="en-ZA"/>
        </a:p>
      </dgm:t>
    </dgm:pt>
    <dgm:pt modelId="{FDF524CD-87C4-43BC-B1AA-44CABE04D4E1}" type="sibTrans" cxnId="{1B41CE84-0624-4F7A-8F47-132DBE7F7F50}">
      <dgm:prSet/>
      <dgm:spPr/>
      <dgm:t>
        <a:bodyPr/>
        <a:lstStyle/>
        <a:p>
          <a:endParaRPr lang="en-ZA"/>
        </a:p>
      </dgm:t>
    </dgm:pt>
    <dgm:pt modelId="{23451D72-9499-4C02-BE8C-6E837B26A9F3}">
      <dgm:prSet phldrT="Description"/>
      <dgm:spPr/>
      <dgm:t>
        <a:bodyPr/>
        <a:lstStyle/>
        <a:p>
          <a:endParaRPr lang="en-ZA" sz="1400" dirty="0"/>
        </a:p>
      </dgm:t>
    </dgm:pt>
    <dgm:pt modelId="{D0F376F5-8545-4C21-B237-FDBFB1E54958}" type="parTrans" cxnId="{7B95D807-A647-43F4-A4E7-96BAD4BB0723}">
      <dgm:prSet/>
      <dgm:spPr/>
      <dgm:t>
        <a:bodyPr/>
        <a:lstStyle/>
        <a:p>
          <a:endParaRPr lang="en-ZA"/>
        </a:p>
      </dgm:t>
    </dgm:pt>
    <dgm:pt modelId="{5DFB5BEF-F76F-48BF-AA89-D8A7B34C088D}" type="sibTrans" cxnId="{7B95D807-A647-43F4-A4E7-96BAD4BB0723}">
      <dgm:prSet/>
      <dgm:spPr/>
      <dgm:t>
        <a:bodyPr/>
        <a:lstStyle/>
        <a:p>
          <a:endParaRPr lang="en-ZA"/>
        </a:p>
      </dgm:t>
    </dgm:pt>
    <dgm:pt modelId="{4EE6B54C-017E-4FFB-9040-82E541C5E3DE}" type="pres">
      <dgm:prSet presAssocID="{0BDCC9D4-A055-4720-8FED-95FB25292938}" presName="root" presStyleCnt="0">
        <dgm:presLayoutVars>
          <dgm:dir/>
          <dgm:resizeHandles val="exact"/>
        </dgm:presLayoutVars>
      </dgm:prSet>
      <dgm:spPr/>
    </dgm:pt>
    <dgm:pt modelId="{8130D282-D515-4A51-84EC-CCA1858A6B08}" type="pres">
      <dgm:prSet presAssocID="{FA4E89DC-628E-476B-85D0-F650DEFC1B78}" presName="compNode" presStyleCnt="0"/>
      <dgm:spPr/>
    </dgm:pt>
    <dgm:pt modelId="{5D959EC7-A7B1-4940-A3C1-57E7408E55B1}" type="pres">
      <dgm:prSet presAssocID="{FA4E89DC-628E-476B-85D0-F650DEFC1B78}" presName="accentLine" presStyleLbl="dkBgShp" presStyleIdx="0" presStyleCnt="3"/>
      <dgm:spPr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7479490D-5F01-4CD6-9DBB-7FDB76085C94}" type="pres">
      <dgm:prSet presAssocID="{A2AFBBD8-1202-4436-BF77-F357C46B0E5D}" presName="numberText" presStyleLbl="revTx" presStyleIdx="0" presStyleCnt="9">
        <dgm:presLayoutVars>
          <dgm:chMax val="0"/>
          <dgm:chPref val="0"/>
          <dgm:bulletEnabled/>
        </dgm:presLayoutVars>
      </dgm:prSet>
      <dgm:spPr/>
    </dgm:pt>
    <dgm:pt modelId="{1A832D12-4713-4789-90A2-AD5E711DC670}" type="pres">
      <dgm:prSet presAssocID="{FA4E89DC-628E-476B-85D0-F650DEFC1B78}" presName="titleText" presStyleLbl="revTx" presStyleIdx="1" presStyleCnt="9">
        <dgm:presLayoutVars>
          <dgm:chMax val="0"/>
          <dgm:chPref val="0"/>
        </dgm:presLayoutVars>
      </dgm:prSet>
      <dgm:spPr/>
    </dgm:pt>
    <dgm:pt modelId="{DDCBD29A-CD31-4CB3-A84E-390A8068904C}" type="pres">
      <dgm:prSet presAssocID="{FA4E89DC-628E-476B-85D0-F650DEFC1B78}" presName="bodyText" presStyleLbl="revTx" presStyleIdx="2" presStyleCnt="9">
        <dgm:presLayoutVars>
          <dgm:chMax val="0"/>
          <dgm:chPref val="0"/>
        </dgm:presLayoutVars>
      </dgm:prSet>
      <dgm:spPr/>
    </dgm:pt>
    <dgm:pt modelId="{04C968CF-A267-45F7-92AF-19708E952FCE}" type="pres">
      <dgm:prSet presAssocID="{A2AFBBD8-1202-4436-BF77-F357C46B0E5D}" presName="sibTrans" presStyleCnt="0"/>
      <dgm:spPr/>
    </dgm:pt>
    <dgm:pt modelId="{C7A0FD86-DA4E-42A1-8BA0-10239F2D939B}" type="pres">
      <dgm:prSet presAssocID="{5EE3CCA8-5608-4F18-A370-2976B3A3926D}" presName="compNode" presStyleCnt="0"/>
      <dgm:spPr/>
    </dgm:pt>
    <dgm:pt modelId="{FC8867BA-0CC1-492D-BB53-B8E3038D188D}" type="pres">
      <dgm:prSet presAssocID="{5EE3CCA8-5608-4F18-A370-2976B3A3926D}" presName="accentLine" presStyleLbl="dkBgShp" presStyleIdx="1" presStyleCnt="3"/>
      <dgm:spPr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EBD725B7-AB2A-4491-B4B5-DC31CEB3086C}" type="pres">
      <dgm:prSet presAssocID="{3F193AD2-A0AA-4570-9AAA-4F71A2955A84}" presName="numberText" presStyleLbl="revTx" presStyleIdx="3" presStyleCnt="9">
        <dgm:presLayoutVars>
          <dgm:chMax val="0"/>
          <dgm:chPref val="0"/>
          <dgm:bulletEnabled/>
        </dgm:presLayoutVars>
      </dgm:prSet>
      <dgm:spPr/>
    </dgm:pt>
    <dgm:pt modelId="{552D4244-73E6-4FCC-9C42-A7E3B640B4D7}" type="pres">
      <dgm:prSet presAssocID="{5EE3CCA8-5608-4F18-A370-2976B3A3926D}" presName="titleText" presStyleLbl="revTx" presStyleIdx="4" presStyleCnt="9">
        <dgm:presLayoutVars>
          <dgm:chMax val="0"/>
          <dgm:chPref val="0"/>
        </dgm:presLayoutVars>
      </dgm:prSet>
      <dgm:spPr/>
    </dgm:pt>
    <dgm:pt modelId="{4AE8780F-BD80-4C26-9531-1C76BA1B334F}" type="pres">
      <dgm:prSet presAssocID="{5EE3CCA8-5608-4F18-A370-2976B3A3926D}" presName="bodyText" presStyleLbl="revTx" presStyleIdx="5" presStyleCnt="9">
        <dgm:presLayoutVars>
          <dgm:chMax val="0"/>
          <dgm:chPref val="0"/>
        </dgm:presLayoutVars>
      </dgm:prSet>
      <dgm:spPr/>
    </dgm:pt>
    <dgm:pt modelId="{72FCDBF0-1486-4847-9973-F9104641E9CE}" type="pres">
      <dgm:prSet presAssocID="{3F193AD2-A0AA-4570-9AAA-4F71A2955A84}" presName="sibTrans" presStyleCnt="0"/>
      <dgm:spPr/>
    </dgm:pt>
    <dgm:pt modelId="{0E48339D-5D1F-44A1-BEC0-5E362B4494E3}" type="pres">
      <dgm:prSet presAssocID="{84D5CC9E-9922-4B38-971E-0DBF301580EB}" presName="compNode" presStyleCnt="0"/>
      <dgm:spPr/>
    </dgm:pt>
    <dgm:pt modelId="{DD0B8142-2914-4D9E-BBCF-F92E71E6E89C}" type="pres">
      <dgm:prSet presAssocID="{84D5CC9E-9922-4B38-971E-0DBF301580EB}" presName="accentLine" presStyleLbl="dkBgShp" presStyleIdx="2" presStyleCnt="3"/>
      <dgm:spPr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98AC9BD-F835-4856-AE11-BD614CE81337}" type="pres">
      <dgm:prSet presAssocID="{63268551-235F-4275-B645-949A55588BCE}" presName="numberText" presStyleLbl="revTx" presStyleIdx="6" presStyleCnt="9">
        <dgm:presLayoutVars>
          <dgm:chMax val="0"/>
          <dgm:chPref val="0"/>
          <dgm:bulletEnabled/>
        </dgm:presLayoutVars>
      </dgm:prSet>
      <dgm:spPr/>
    </dgm:pt>
    <dgm:pt modelId="{B7DE1971-C678-4EA0-B363-92DF5603B9B3}" type="pres">
      <dgm:prSet presAssocID="{84D5CC9E-9922-4B38-971E-0DBF301580EB}" presName="titleText" presStyleLbl="revTx" presStyleIdx="7" presStyleCnt="9">
        <dgm:presLayoutVars>
          <dgm:chMax val="0"/>
          <dgm:chPref val="0"/>
        </dgm:presLayoutVars>
      </dgm:prSet>
      <dgm:spPr/>
    </dgm:pt>
    <dgm:pt modelId="{88AC2F98-CB36-455A-8109-4BD2F5D9A72F}" type="pres">
      <dgm:prSet presAssocID="{84D5CC9E-9922-4B38-971E-0DBF301580EB}" presName="bodyText" presStyleLbl="revTx" presStyleIdx="8" presStyleCnt="9">
        <dgm:presLayoutVars>
          <dgm:chMax val="0"/>
          <dgm:chPref val="0"/>
        </dgm:presLayoutVars>
      </dgm:prSet>
      <dgm:spPr/>
    </dgm:pt>
  </dgm:ptLst>
  <dgm:cxnLst>
    <dgm:cxn modelId="{7B95D807-A647-43F4-A4E7-96BAD4BB0723}" srcId="{5EE3CCA8-5608-4F18-A370-2976B3A3926D}" destId="{23451D72-9499-4C02-BE8C-6E837B26A9F3}" srcOrd="1" destOrd="0" parTransId="{D0F376F5-8545-4C21-B237-FDBFB1E54958}" sibTransId="{5DFB5BEF-F76F-48BF-AA89-D8A7B34C088D}"/>
    <dgm:cxn modelId="{C64C475B-A63F-4BE6-83AB-613EEAE74698}" type="presOf" srcId="{A2AFBBD8-1202-4436-BF77-F357C46B0E5D}" destId="{7479490D-5F01-4CD6-9DBB-7FDB76085C94}" srcOrd="0" destOrd="0" presId="urn:microsoft.com/office/officeart/2026/layout/TextCardSideLineNumbered"/>
    <dgm:cxn modelId="{5FB61047-3BD0-49AF-9D03-9E27D2FD903D}" type="presOf" srcId="{5AF3341E-6A15-4819-BBAC-47F1ED79D405}" destId="{4AE8780F-BD80-4C26-9531-1C76BA1B334F}" srcOrd="0" destOrd="0" presId="urn:microsoft.com/office/officeart/2026/layout/TextCardSideLineNumbered"/>
    <dgm:cxn modelId="{A79B5F57-0805-4C74-9833-BF0F3CFFB971}" type="presOf" srcId="{A8153C0B-5558-46B8-BDBA-7C3062DCE1F1}" destId="{88AC2F98-CB36-455A-8109-4BD2F5D9A72F}" srcOrd="0" destOrd="0" presId="urn:microsoft.com/office/officeart/2026/layout/TextCardSideLineNumbered"/>
    <dgm:cxn modelId="{3E0F5078-355D-433B-98F8-353C9E0192F5}" type="presOf" srcId="{0BDCC9D4-A055-4720-8FED-95FB25292938}" destId="{4EE6B54C-017E-4FFB-9040-82E541C5E3DE}" srcOrd="0" destOrd="0" presId="urn:microsoft.com/office/officeart/2026/layout/TextCardSideLineNumbered"/>
    <dgm:cxn modelId="{ABCBD058-9EBB-495C-B5F3-3B93933A00C1}" type="presOf" srcId="{FA4E89DC-628E-476B-85D0-F650DEFC1B78}" destId="{1A832D12-4713-4789-90A2-AD5E711DC670}" srcOrd="0" destOrd="0" presId="urn:microsoft.com/office/officeart/2026/layout/TextCardSideLineNumbered"/>
    <dgm:cxn modelId="{1B41CE84-0624-4F7A-8F47-132DBE7F7F50}" srcId="{84D5CC9E-9922-4B38-971E-0DBF301580EB}" destId="{A8153C0B-5558-46B8-BDBA-7C3062DCE1F1}" srcOrd="0" destOrd="0" parTransId="{4F489720-02C3-4470-94CB-76B78AE718F7}" sibTransId="{FDF524CD-87C4-43BC-B1AA-44CABE04D4E1}"/>
    <dgm:cxn modelId="{96315A8C-2CC7-4A2B-950C-11AE01EA79A1}" type="presOf" srcId="{CCDE5723-A30B-4183-BBBE-EDE213EA316C}" destId="{DDCBD29A-CD31-4CB3-A84E-390A8068904C}" srcOrd="0" destOrd="0" presId="urn:microsoft.com/office/officeart/2026/layout/TextCardSideLineNumbered"/>
    <dgm:cxn modelId="{96E4BC9F-1EC2-4BDC-878B-A3ED89531460}" srcId="{0BDCC9D4-A055-4720-8FED-95FB25292938}" destId="{84D5CC9E-9922-4B38-971E-0DBF301580EB}" srcOrd="2" destOrd="0" parTransId="{CB2FA2B0-9DE9-46B9-9110-3D8B3A4A793C}" sibTransId="{63268551-235F-4275-B645-949A55588BCE}"/>
    <dgm:cxn modelId="{9E4A6AA6-63EF-4E13-8071-56EC6F6C80AE}" srcId="{0BDCC9D4-A055-4720-8FED-95FB25292938}" destId="{5EE3CCA8-5608-4F18-A370-2976B3A3926D}" srcOrd="1" destOrd="0" parTransId="{93615682-40FD-4BC6-A24A-2C1DC4F96A0F}" sibTransId="{3F193AD2-A0AA-4570-9AAA-4F71A2955A84}"/>
    <dgm:cxn modelId="{1E2353B3-C10E-4521-9C02-3E25EBA031BA}" type="presOf" srcId="{5EE3CCA8-5608-4F18-A370-2976B3A3926D}" destId="{552D4244-73E6-4FCC-9C42-A7E3B640B4D7}" srcOrd="0" destOrd="0" presId="urn:microsoft.com/office/officeart/2026/layout/TextCardSideLineNumbered"/>
    <dgm:cxn modelId="{15FE71CE-0028-464E-B8F3-E9251B906AC0}" type="presOf" srcId="{3F193AD2-A0AA-4570-9AAA-4F71A2955A84}" destId="{EBD725B7-AB2A-4491-B4B5-DC31CEB3086C}" srcOrd="0" destOrd="0" presId="urn:microsoft.com/office/officeart/2026/layout/TextCardSideLineNumbered"/>
    <dgm:cxn modelId="{0C0EBFD1-73A4-4EAA-B284-FD44D01D60D5}" srcId="{FA4E89DC-628E-476B-85D0-F650DEFC1B78}" destId="{CCDE5723-A30B-4183-BBBE-EDE213EA316C}" srcOrd="0" destOrd="0" parTransId="{0854414C-2C31-4F12-B42C-981C9A60AEB4}" sibTransId="{5ECA5872-CB59-4725-AB43-2D0A9AF8CB3D}"/>
    <dgm:cxn modelId="{872309D3-84A0-472B-B73C-7723418259AB}" type="presOf" srcId="{63268551-235F-4275-B645-949A55588BCE}" destId="{F98AC9BD-F835-4856-AE11-BD614CE81337}" srcOrd="0" destOrd="0" presId="urn:microsoft.com/office/officeart/2026/layout/TextCardSideLineNumbered"/>
    <dgm:cxn modelId="{04F61CD4-68AB-4549-96F0-D286C97838C9}" srcId="{0BDCC9D4-A055-4720-8FED-95FB25292938}" destId="{FA4E89DC-628E-476B-85D0-F650DEFC1B78}" srcOrd="0" destOrd="0" parTransId="{483B40D7-E0CA-41C9-B78C-5CC73ED7A1D3}" sibTransId="{A2AFBBD8-1202-4436-BF77-F357C46B0E5D}"/>
    <dgm:cxn modelId="{6BF9D0D8-FE57-451C-BAD1-BB18320061AC}" type="presOf" srcId="{23451D72-9499-4C02-BE8C-6E837B26A9F3}" destId="{4AE8780F-BD80-4C26-9531-1C76BA1B334F}" srcOrd="0" destOrd="1" presId="urn:microsoft.com/office/officeart/2026/layout/TextCardSideLineNumbered"/>
    <dgm:cxn modelId="{B3713BFA-E42B-4969-8AF2-A2A3FAA17E97}" srcId="{5EE3CCA8-5608-4F18-A370-2976B3A3926D}" destId="{5AF3341E-6A15-4819-BBAC-47F1ED79D405}" srcOrd="0" destOrd="0" parTransId="{4856C305-559D-4124-9296-AA5DDA228F84}" sibTransId="{65B2B878-3B28-4321-8F41-541509F5C4A6}"/>
    <dgm:cxn modelId="{74BB42FF-29F3-40AB-A6A1-3E6351C36F6E}" type="presOf" srcId="{84D5CC9E-9922-4B38-971E-0DBF301580EB}" destId="{B7DE1971-C678-4EA0-B363-92DF5603B9B3}" srcOrd="0" destOrd="0" presId="urn:microsoft.com/office/officeart/2026/layout/TextCardSideLineNumbered"/>
    <dgm:cxn modelId="{B482E7FE-381E-4610-8BCC-F3D44E1F8BCD}" type="presParOf" srcId="{4EE6B54C-017E-4FFB-9040-82E541C5E3DE}" destId="{8130D282-D515-4A51-84EC-CCA1858A6B08}" srcOrd="0" destOrd="0" presId="urn:microsoft.com/office/officeart/2026/layout/TextCardSideLineNumbered"/>
    <dgm:cxn modelId="{CB280862-0278-49AB-B90E-7AE341EC9591}" type="presParOf" srcId="{8130D282-D515-4A51-84EC-CCA1858A6B08}" destId="{5D959EC7-A7B1-4940-A3C1-57E7408E55B1}" srcOrd="0" destOrd="0" presId="urn:microsoft.com/office/officeart/2026/layout/TextCardSideLineNumbered"/>
    <dgm:cxn modelId="{E7C45429-5318-42CC-8941-A399DC7A88EE}" type="presParOf" srcId="{8130D282-D515-4A51-84EC-CCA1858A6B08}" destId="{7479490D-5F01-4CD6-9DBB-7FDB76085C94}" srcOrd="1" destOrd="0" presId="urn:microsoft.com/office/officeart/2026/layout/TextCardSideLineNumbered"/>
    <dgm:cxn modelId="{38858553-21CF-4B7D-A289-16C14F422666}" type="presParOf" srcId="{8130D282-D515-4A51-84EC-CCA1858A6B08}" destId="{1A832D12-4713-4789-90A2-AD5E711DC670}" srcOrd="2" destOrd="0" presId="urn:microsoft.com/office/officeart/2026/layout/TextCardSideLineNumbered"/>
    <dgm:cxn modelId="{4A76F94A-B3FE-4A2B-8BD2-03BE89957D76}" type="presParOf" srcId="{8130D282-D515-4A51-84EC-CCA1858A6B08}" destId="{DDCBD29A-CD31-4CB3-A84E-390A8068904C}" srcOrd="3" destOrd="0" presId="urn:microsoft.com/office/officeart/2026/layout/TextCardSideLineNumbered"/>
    <dgm:cxn modelId="{DAA6F849-D8D4-4927-A197-7638C8ABE4E0}" type="presParOf" srcId="{4EE6B54C-017E-4FFB-9040-82E541C5E3DE}" destId="{04C968CF-A267-45F7-92AF-19708E952FCE}" srcOrd="1" destOrd="0" presId="urn:microsoft.com/office/officeart/2026/layout/TextCardSideLineNumbered"/>
    <dgm:cxn modelId="{9AA1310B-C171-4D95-B79E-C8EFA8B92DC0}" type="presParOf" srcId="{4EE6B54C-017E-4FFB-9040-82E541C5E3DE}" destId="{C7A0FD86-DA4E-42A1-8BA0-10239F2D939B}" srcOrd="2" destOrd="0" presId="urn:microsoft.com/office/officeart/2026/layout/TextCardSideLineNumbered"/>
    <dgm:cxn modelId="{5468DD29-0CC1-4413-AE5F-172B80A83C62}" type="presParOf" srcId="{C7A0FD86-DA4E-42A1-8BA0-10239F2D939B}" destId="{FC8867BA-0CC1-492D-BB53-B8E3038D188D}" srcOrd="0" destOrd="0" presId="urn:microsoft.com/office/officeart/2026/layout/TextCardSideLineNumbered"/>
    <dgm:cxn modelId="{05B6C0EC-D715-4093-AAB6-8459E4380F14}" type="presParOf" srcId="{C7A0FD86-DA4E-42A1-8BA0-10239F2D939B}" destId="{EBD725B7-AB2A-4491-B4B5-DC31CEB3086C}" srcOrd="1" destOrd="0" presId="urn:microsoft.com/office/officeart/2026/layout/TextCardSideLineNumbered"/>
    <dgm:cxn modelId="{63303201-658B-461F-9B53-1FD0A978E839}" type="presParOf" srcId="{C7A0FD86-DA4E-42A1-8BA0-10239F2D939B}" destId="{552D4244-73E6-4FCC-9C42-A7E3B640B4D7}" srcOrd="2" destOrd="0" presId="urn:microsoft.com/office/officeart/2026/layout/TextCardSideLineNumbered"/>
    <dgm:cxn modelId="{183D420B-EED4-49A2-AF95-1986DA8C45F0}" type="presParOf" srcId="{C7A0FD86-DA4E-42A1-8BA0-10239F2D939B}" destId="{4AE8780F-BD80-4C26-9531-1C76BA1B334F}" srcOrd="3" destOrd="0" presId="urn:microsoft.com/office/officeart/2026/layout/TextCardSideLineNumbered"/>
    <dgm:cxn modelId="{35D0C6CB-8ECC-410F-9297-05327F9938AF}" type="presParOf" srcId="{4EE6B54C-017E-4FFB-9040-82E541C5E3DE}" destId="{72FCDBF0-1486-4847-9973-F9104641E9CE}" srcOrd="3" destOrd="0" presId="urn:microsoft.com/office/officeart/2026/layout/TextCardSideLineNumbered"/>
    <dgm:cxn modelId="{D6A8256F-F015-447C-BE47-CA16C1CEB942}" type="presParOf" srcId="{4EE6B54C-017E-4FFB-9040-82E541C5E3DE}" destId="{0E48339D-5D1F-44A1-BEC0-5E362B4494E3}" srcOrd="4" destOrd="0" presId="urn:microsoft.com/office/officeart/2026/layout/TextCardSideLineNumbered"/>
    <dgm:cxn modelId="{813FE107-5B20-46CF-BD63-D182EB4F357C}" type="presParOf" srcId="{0E48339D-5D1F-44A1-BEC0-5E362B4494E3}" destId="{DD0B8142-2914-4D9E-BBCF-F92E71E6E89C}" srcOrd="0" destOrd="0" presId="urn:microsoft.com/office/officeart/2026/layout/TextCardSideLineNumbered"/>
    <dgm:cxn modelId="{01E09C82-9D13-4AA1-8CE5-891A2135F3D2}" type="presParOf" srcId="{0E48339D-5D1F-44A1-BEC0-5E362B4494E3}" destId="{F98AC9BD-F835-4856-AE11-BD614CE81337}" srcOrd="1" destOrd="0" presId="urn:microsoft.com/office/officeart/2026/layout/TextCardSideLineNumbered"/>
    <dgm:cxn modelId="{8C8A747F-469D-4C68-976B-DDD0633FF469}" type="presParOf" srcId="{0E48339D-5D1F-44A1-BEC0-5E362B4494E3}" destId="{B7DE1971-C678-4EA0-B363-92DF5603B9B3}" srcOrd="2" destOrd="0" presId="urn:microsoft.com/office/officeart/2026/layout/TextCardSideLineNumbered"/>
    <dgm:cxn modelId="{2DDB0F1B-302D-484D-ABBC-44FE0B3FB8F9}" type="presParOf" srcId="{0E48339D-5D1F-44A1-BEC0-5E362B4494E3}" destId="{88AC2F98-CB36-455A-8109-4BD2F5D9A72F}" srcOrd="3" destOrd="0" presId="urn:microsoft.com/office/officeart/2026/layout/TextCardSideLine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23220C-CB7F-4D40-A129-DDD63E9D4753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1_2#1" csCatId="accent1" phldr="1"/>
      <dgm:spPr/>
      <dgm:t>
        <a:bodyPr/>
        <a:lstStyle/>
        <a:p>
          <a:endParaRPr lang="en-ZA"/>
        </a:p>
      </dgm:t>
    </dgm:pt>
    <dgm:pt modelId="{F7ADDE80-ECBF-42BA-B64C-E4E3ADB0F94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Mobile platforms built for low data usage allow owners to request stock seamlessly via instant text or audio.</a:t>
          </a:r>
          <a:endParaRPr lang="en-ZA"/>
        </a:p>
      </dgm:t>
    </dgm:pt>
    <dgm:pt modelId="{69B3F60C-6FB2-4869-9353-0C7877A4FBA0}" type="parTrans" cxnId="{5931D5E8-D957-4F1F-A0D4-8FDD61881C58}">
      <dgm:prSet/>
      <dgm:spPr/>
      <dgm:t>
        <a:bodyPr/>
        <a:lstStyle/>
        <a:p>
          <a:endParaRPr lang="en-ZA"/>
        </a:p>
      </dgm:t>
    </dgm:pt>
    <dgm:pt modelId="{F040B728-DF58-485F-BDBB-FA4CDCE84C82}" type="sibTrans" cxnId="{5931D5E8-D957-4F1F-A0D4-8FDD61881C58}">
      <dgm:prSet/>
      <dgm:spPr/>
      <dgm:t>
        <a:bodyPr/>
        <a:lstStyle/>
        <a:p>
          <a:endParaRPr lang="en-ZA"/>
        </a:p>
      </dgm:t>
    </dgm:pt>
    <dgm:pt modelId="{E08C00BD-87E6-4FEC-9F12-6D6BC32FC68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Direct digital receipts and price transparency eliminate arbitrary cash markups on basic goods.</a:t>
          </a:r>
          <a:endParaRPr lang="en-ZA"/>
        </a:p>
      </dgm:t>
    </dgm:pt>
    <dgm:pt modelId="{C61671D5-5008-41F4-BB1F-6F8FA0D86023}" type="parTrans" cxnId="{4465E50E-F537-44C8-81FE-1A7FDBFFE8B5}">
      <dgm:prSet/>
      <dgm:spPr/>
      <dgm:t>
        <a:bodyPr/>
        <a:lstStyle/>
        <a:p>
          <a:endParaRPr lang="en-ZA"/>
        </a:p>
      </dgm:t>
    </dgm:pt>
    <dgm:pt modelId="{24B24AF7-2A3E-4FBD-A5E5-5A009BB80D15}" type="sibTrans" cxnId="{4465E50E-F537-44C8-81FE-1A7FDBFFE8B5}">
      <dgm:prSet/>
      <dgm:spPr/>
      <dgm:t>
        <a:bodyPr/>
        <a:lstStyle/>
        <a:p>
          <a:endParaRPr lang="en-ZA"/>
        </a:p>
      </dgm:t>
    </dgm:pt>
    <dgm:pt modelId="{0F4BCA6E-BD41-4139-A327-A80F67EFF2B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Standardizing transaction records simplifies stock planning and helps retailers qualify for working capital support.</a:t>
          </a:r>
          <a:endParaRPr lang="en-ZA"/>
        </a:p>
      </dgm:t>
    </dgm:pt>
    <dgm:pt modelId="{D4A15640-3881-4F86-8BB7-D79CD20E99A0}" type="parTrans" cxnId="{669D5420-A4AA-4C26-965A-90F3819B38B0}">
      <dgm:prSet/>
      <dgm:spPr/>
      <dgm:t>
        <a:bodyPr/>
        <a:lstStyle/>
        <a:p>
          <a:endParaRPr lang="en-ZA"/>
        </a:p>
      </dgm:t>
    </dgm:pt>
    <dgm:pt modelId="{B91CA0C7-AA1F-408A-864D-FDBB11381E0D}" type="sibTrans" cxnId="{669D5420-A4AA-4C26-965A-90F3819B38B0}">
      <dgm:prSet/>
      <dgm:spPr/>
      <dgm:t>
        <a:bodyPr/>
        <a:lstStyle/>
        <a:p>
          <a:endParaRPr lang="en-ZA"/>
        </a:p>
      </dgm:t>
    </dgm:pt>
    <dgm:pt modelId="{90F0A508-0129-48F5-91EF-C3660CA53486}" type="pres">
      <dgm:prSet presAssocID="{2023220C-CB7F-4D40-A129-DDD63E9D4753}" presName="root" presStyleCnt="0">
        <dgm:presLayoutVars>
          <dgm:dir/>
          <dgm:resizeHandles val="exact"/>
        </dgm:presLayoutVars>
      </dgm:prSet>
      <dgm:spPr/>
    </dgm:pt>
    <dgm:pt modelId="{E72BC50A-8A12-4046-93F7-6FA88503DFBD}" type="pres">
      <dgm:prSet presAssocID="{F7ADDE80-ECBF-42BA-B64C-E4E3ADB0F945}" presName="compNode" presStyleCnt="0"/>
      <dgm:spPr/>
    </dgm:pt>
    <dgm:pt modelId="{869F7D1C-0D3C-4D5E-9E76-604718C65980}" type="pres">
      <dgm:prSet presAssocID="{F7ADDE80-ECBF-42BA-B64C-E4E3ADB0F945}" presName="bgRect" presStyleLbl="bgShp" presStyleIdx="0" presStyleCnt="3"/>
      <dgm:spPr/>
    </dgm:pt>
    <dgm:pt modelId="{8CC24B77-E511-4332-834F-C9DBC67E89E1}" type="pres">
      <dgm:prSet presAssocID="{F7ADDE80-ECBF-42BA-B64C-E4E3ADB0F94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30375A0B-4C07-4E54-BD1C-52FADBE00607}" type="pres">
      <dgm:prSet presAssocID="{F7ADDE80-ECBF-42BA-B64C-E4E3ADB0F945}" presName="spaceRect" presStyleCnt="0"/>
      <dgm:spPr/>
    </dgm:pt>
    <dgm:pt modelId="{34A76425-4180-4D15-BB27-EB781B63F3D3}" type="pres">
      <dgm:prSet presAssocID="{F7ADDE80-ECBF-42BA-B64C-E4E3ADB0F945}" presName="parTx" presStyleLbl="revTx" presStyleIdx="0" presStyleCnt="3">
        <dgm:presLayoutVars>
          <dgm:chMax val="0"/>
          <dgm:chPref val="0"/>
        </dgm:presLayoutVars>
      </dgm:prSet>
      <dgm:spPr/>
    </dgm:pt>
    <dgm:pt modelId="{C589EC48-458B-456C-9D57-28A439D2B1FC}" type="pres">
      <dgm:prSet presAssocID="{F040B728-DF58-485F-BDBB-FA4CDCE84C82}" presName="sibTrans" presStyleCnt="0"/>
      <dgm:spPr/>
    </dgm:pt>
    <dgm:pt modelId="{786129D3-FA0D-40CE-852A-99CF33B36F35}" type="pres">
      <dgm:prSet presAssocID="{E08C00BD-87E6-4FEC-9F12-6D6BC32FC68F}" presName="compNode" presStyleCnt="0"/>
      <dgm:spPr/>
    </dgm:pt>
    <dgm:pt modelId="{8E0D7B9A-B18C-47DF-B3CC-198366407805}" type="pres">
      <dgm:prSet presAssocID="{E08C00BD-87E6-4FEC-9F12-6D6BC32FC68F}" presName="bgRect" presStyleLbl="bgShp" presStyleIdx="1" presStyleCnt="3"/>
      <dgm:spPr/>
    </dgm:pt>
    <dgm:pt modelId="{B8C7A7B8-8F80-4C96-AFC7-13975AB4564F}" type="pres">
      <dgm:prSet presAssocID="{E08C00BD-87E6-4FEC-9F12-6D6BC32FC68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3B33B92-E208-423E-B0C7-478974292774}" type="pres">
      <dgm:prSet presAssocID="{E08C00BD-87E6-4FEC-9F12-6D6BC32FC68F}" presName="spaceRect" presStyleCnt="0"/>
      <dgm:spPr/>
    </dgm:pt>
    <dgm:pt modelId="{F9AAB0FF-B0B5-4CB1-982A-45DAC48F5AC7}" type="pres">
      <dgm:prSet presAssocID="{E08C00BD-87E6-4FEC-9F12-6D6BC32FC68F}" presName="parTx" presStyleLbl="revTx" presStyleIdx="1" presStyleCnt="3">
        <dgm:presLayoutVars>
          <dgm:chMax val="0"/>
          <dgm:chPref val="0"/>
        </dgm:presLayoutVars>
      </dgm:prSet>
      <dgm:spPr/>
    </dgm:pt>
    <dgm:pt modelId="{12DCDDFB-169B-4C30-A38B-761FBE8239E6}" type="pres">
      <dgm:prSet presAssocID="{24B24AF7-2A3E-4FBD-A5E5-5A009BB80D15}" presName="sibTrans" presStyleCnt="0"/>
      <dgm:spPr/>
    </dgm:pt>
    <dgm:pt modelId="{6C658307-E889-4444-A971-4EFCB2D5117E}" type="pres">
      <dgm:prSet presAssocID="{0F4BCA6E-BD41-4139-A327-A80F67EFF2B2}" presName="compNode" presStyleCnt="0"/>
      <dgm:spPr/>
    </dgm:pt>
    <dgm:pt modelId="{A7704DCC-CC0E-44F8-B102-B83146E0FACB}" type="pres">
      <dgm:prSet presAssocID="{0F4BCA6E-BD41-4139-A327-A80F67EFF2B2}" presName="bgRect" presStyleLbl="bgShp" presStyleIdx="2" presStyleCnt="3"/>
      <dgm:spPr/>
    </dgm:pt>
    <dgm:pt modelId="{F14A1940-A07A-4BD0-97C9-4254283AEBD1}" type="pres">
      <dgm:prSet presAssocID="{0F4BCA6E-BD41-4139-A327-A80F67EFF2B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6700C7F7-3F6D-4850-9C5B-D0A248E2386E}" type="pres">
      <dgm:prSet presAssocID="{0F4BCA6E-BD41-4139-A327-A80F67EFF2B2}" presName="spaceRect" presStyleCnt="0"/>
      <dgm:spPr/>
    </dgm:pt>
    <dgm:pt modelId="{A1D0111D-CCFE-4E7C-8930-B60D975B13BE}" type="pres">
      <dgm:prSet presAssocID="{0F4BCA6E-BD41-4139-A327-A80F67EFF2B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465E50E-F537-44C8-81FE-1A7FDBFFE8B5}" srcId="{2023220C-CB7F-4D40-A129-DDD63E9D4753}" destId="{E08C00BD-87E6-4FEC-9F12-6D6BC32FC68F}" srcOrd="1" destOrd="0" parTransId="{C61671D5-5008-41F4-BB1F-6F8FA0D86023}" sibTransId="{24B24AF7-2A3E-4FBD-A5E5-5A009BB80D15}"/>
    <dgm:cxn modelId="{669D5420-A4AA-4C26-965A-90F3819B38B0}" srcId="{2023220C-CB7F-4D40-A129-DDD63E9D4753}" destId="{0F4BCA6E-BD41-4139-A327-A80F67EFF2B2}" srcOrd="2" destOrd="0" parTransId="{D4A15640-3881-4F86-8BB7-D79CD20E99A0}" sibTransId="{B91CA0C7-AA1F-408A-864D-FDBB11381E0D}"/>
    <dgm:cxn modelId="{B2B9BE93-6A7F-476E-B108-F0C2C3E067AC}" type="presOf" srcId="{2023220C-CB7F-4D40-A129-DDD63E9D4753}" destId="{90F0A508-0129-48F5-91EF-C3660CA53486}" srcOrd="0" destOrd="0" presId="urn:microsoft.com/office/officeart/2018/2/layout/IconVerticalSolidList"/>
    <dgm:cxn modelId="{DB200EB5-EFFD-47F8-B11F-E6DD8742229E}" type="presOf" srcId="{E08C00BD-87E6-4FEC-9F12-6D6BC32FC68F}" destId="{F9AAB0FF-B0B5-4CB1-982A-45DAC48F5AC7}" srcOrd="0" destOrd="0" presId="urn:microsoft.com/office/officeart/2018/2/layout/IconVerticalSolidList"/>
    <dgm:cxn modelId="{792DADDF-D3A4-4EA7-830F-2FD7531BD4D9}" type="presOf" srcId="{0F4BCA6E-BD41-4139-A327-A80F67EFF2B2}" destId="{A1D0111D-CCFE-4E7C-8930-B60D975B13BE}" srcOrd="0" destOrd="0" presId="urn:microsoft.com/office/officeart/2018/2/layout/IconVerticalSolidList"/>
    <dgm:cxn modelId="{527D20E5-23A0-4B2E-80E9-540DE43A35B1}" type="presOf" srcId="{F7ADDE80-ECBF-42BA-B64C-E4E3ADB0F945}" destId="{34A76425-4180-4D15-BB27-EB781B63F3D3}" srcOrd="0" destOrd="0" presId="urn:microsoft.com/office/officeart/2018/2/layout/IconVerticalSolidList"/>
    <dgm:cxn modelId="{5931D5E8-D957-4F1F-A0D4-8FDD61881C58}" srcId="{2023220C-CB7F-4D40-A129-DDD63E9D4753}" destId="{F7ADDE80-ECBF-42BA-B64C-E4E3ADB0F945}" srcOrd="0" destOrd="0" parTransId="{69B3F60C-6FB2-4869-9353-0C7877A4FBA0}" sibTransId="{F040B728-DF58-485F-BDBB-FA4CDCE84C82}"/>
    <dgm:cxn modelId="{350F8510-600A-43E8-A97A-0F22AD77EAC0}" type="presParOf" srcId="{90F0A508-0129-48F5-91EF-C3660CA53486}" destId="{E72BC50A-8A12-4046-93F7-6FA88503DFBD}" srcOrd="0" destOrd="0" presId="urn:microsoft.com/office/officeart/2018/2/layout/IconVerticalSolidList"/>
    <dgm:cxn modelId="{B3CDD244-5665-49DC-8EC6-922AAD7C8F6E}" type="presParOf" srcId="{E72BC50A-8A12-4046-93F7-6FA88503DFBD}" destId="{869F7D1C-0D3C-4D5E-9E76-604718C65980}" srcOrd="0" destOrd="0" presId="urn:microsoft.com/office/officeart/2018/2/layout/IconVerticalSolidList"/>
    <dgm:cxn modelId="{8C8F94C2-1DAF-4016-BBA9-99280DBA0CE3}" type="presParOf" srcId="{E72BC50A-8A12-4046-93F7-6FA88503DFBD}" destId="{8CC24B77-E511-4332-834F-C9DBC67E89E1}" srcOrd="1" destOrd="0" presId="urn:microsoft.com/office/officeart/2018/2/layout/IconVerticalSolidList"/>
    <dgm:cxn modelId="{8B79DDCE-26BF-4D53-8BC7-F3F8F6686EEC}" type="presParOf" srcId="{E72BC50A-8A12-4046-93F7-6FA88503DFBD}" destId="{30375A0B-4C07-4E54-BD1C-52FADBE00607}" srcOrd="2" destOrd="0" presId="urn:microsoft.com/office/officeart/2018/2/layout/IconVerticalSolidList"/>
    <dgm:cxn modelId="{CF226C8A-15FA-4CA1-B3EB-D60FD0EB21EF}" type="presParOf" srcId="{E72BC50A-8A12-4046-93F7-6FA88503DFBD}" destId="{34A76425-4180-4D15-BB27-EB781B63F3D3}" srcOrd="3" destOrd="0" presId="urn:microsoft.com/office/officeart/2018/2/layout/IconVerticalSolidList"/>
    <dgm:cxn modelId="{FC1C1EC5-F8E1-45FC-B6EC-7A3E1BF012F8}" type="presParOf" srcId="{90F0A508-0129-48F5-91EF-C3660CA53486}" destId="{C589EC48-458B-456C-9D57-28A439D2B1FC}" srcOrd="1" destOrd="0" presId="urn:microsoft.com/office/officeart/2018/2/layout/IconVerticalSolidList"/>
    <dgm:cxn modelId="{60CE3D78-C94A-4B16-B9A0-413FE4B5FA7D}" type="presParOf" srcId="{90F0A508-0129-48F5-91EF-C3660CA53486}" destId="{786129D3-FA0D-40CE-852A-99CF33B36F35}" srcOrd="2" destOrd="0" presId="urn:microsoft.com/office/officeart/2018/2/layout/IconVerticalSolidList"/>
    <dgm:cxn modelId="{4CD0CCD3-E64E-4902-8257-C0F2704DD42D}" type="presParOf" srcId="{786129D3-FA0D-40CE-852A-99CF33B36F35}" destId="{8E0D7B9A-B18C-47DF-B3CC-198366407805}" srcOrd="0" destOrd="0" presId="urn:microsoft.com/office/officeart/2018/2/layout/IconVerticalSolidList"/>
    <dgm:cxn modelId="{BBDED878-CFBD-4A05-B017-4B2A6F62142E}" type="presParOf" srcId="{786129D3-FA0D-40CE-852A-99CF33B36F35}" destId="{B8C7A7B8-8F80-4C96-AFC7-13975AB4564F}" srcOrd="1" destOrd="0" presId="urn:microsoft.com/office/officeart/2018/2/layout/IconVerticalSolidList"/>
    <dgm:cxn modelId="{024336AD-3A64-49E7-8DDD-33E3022AD920}" type="presParOf" srcId="{786129D3-FA0D-40CE-852A-99CF33B36F35}" destId="{73B33B92-E208-423E-B0C7-478974292774}" srcOrd="2" destOrd="0" presId="urn:microsoft.com/office/officeart/2018/2/layout/IconVerticalSolidList"/>
    <dgm:cxn modelId="{056B39C9-9EA5-4FD7-8298-D226DA23D117}" type="presParOf" srcId="{786129D3-FA0D-40CE-852A-99CF33B36F35}" destId="{F9AAB0FF-B0B5-4CB1-982A-45DAC48F5AC7}" srcOrd="3" destOrd="0" presId="urn:microsoft.com/office/officeart/2018/2/layout/IconVerticalSolidList"/>
    <dgm:cxn modelId="{E55797B2-F57E-4C64-AAA8-FD1FBF183567}" type="presParOf" srcId="{90F0A508-0129-48F5-91EF-C3660CA53486}" destId="{12DCDDFB-169B-4C30-A38B-761FBE8239E6}" srcOrd="3" destOrd="0" presId="urn:microsoft.com/office/officeart/2018/2/layout/IconVerticalSolidList"/>
    <dgm:cxn modelId="{C6C81728-6D9B-48D9-BE71-766203C82AF9}" type="presParOf" srcId="{90F0A508-0129-48F5-91EF-C3660CA53486}" destId="{6C658307-E889-4444-A971-4EFCB2D5117E}" srcOrd="4" destOrd="0" presId="urn:microsoft.com/office/officeart/2018/2/layout/IconVerticalSolidList"/>
    <dgm:cxn modelId="{A6C32F56-BFDD-4586-BAB5-C592BCC461A8}" type="presParOf" srcId="{6C658307-E889-4444-A971-4EFCB2D5117E}" destId="{A7704DCC-CC0E-44F8-B102-B83146E0FACB}" srcOrd="0" destOrd="0" presId="urn:microsoft.com/office/officeart/2018/2/layout/IconVerticalSolidList"/>
    <dgm:cxn modelId="{6B0B2D94-E176-4AEF-AB95-984C58418153}" type="presParOf" srcId="{6C658307-E889-4444-A971-4EFCB2D5117E}" destId="{F14A1940-A07A-4BD0-97C9-4254283AEBD1}" srcOrd="1" destOrd="0" presId="urn:microsoft.com/office/officeart/2018/2/layout/IconVerticalSolidList"/>
    <dgm:cxn modelId="{CFCC3D3E-353A-4EB4-A03C-759A2E20BD5F}" type="presParOf" srcId="{6C658307-E889-4444-A971-4EFCB2D5117E}" destId="{6700C7F7-3F6D-4850-9C5B-D0A248E2386E}" srcOrd="2" destOrd="0" presId="urn:microsoft.com/office/officeart/2018/2/layout/IconVerticalSolidList"/>
    <dgm:cxn modelId="{93C9AA25-96D1-4587-84B0-B70F530A26C3}" type="presParOf" srcId="{6C658307-E889-4444-A971-4EFCB2D5117E}" destId="{A1D0111D-CCFE-4E7C-8930-B60D975B13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8BA9C5-D2DC-424B-AB3B-34BF4EA00A49}">
      <dsp:nvSpPr>
        <dsp:cNvPr id="0" name=""/>
        <dsp:cNvSpPr/>
      </dsp:nvSpPr>
      <dsp:spPr>
        <a:xfrm>
          <a:off x="0" y="0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37589-3810-4BD8-8885-C3D24A92BDD5}">
      <dsp:nvSpPr>
        <dsp:cNvPr id="0" name=""/>
        <dsp:cNvSpPr/>
      </dsp:nvSpPr>
      <dsp:spPr>
        <a:xfrm>
          <a:off x="0" y="0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/>
            <a:t>Nkabane L - 261330520</a:t>
          </a:r>
          <a:endParaRPr lang="en-US" sz="2900" kern="1200"/>
        </a:p>
      </dsp:txBody>
      <dsp:txXfrm>
        <a:off x="0" y="0"/>
        <a:ext cx="7728267" cy="635915"/>
      </dsp:txXfrm>
    </dsp:sp>
    <dsp:sp modelId="{F9EAA036-553C-441E-BA7D-29C082032EDD}">
      <dsp:nvSpPr>
        <dsp:cNvPr id="0" name=""/>
        <dsp:cNvSpPr/>
      </dsp:nvSpPr>
      <dsp:spPr>
        <a:xfrm>
          <a:off x="0" y="635915"/>
          <a:ext cx="77282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46294-8967-4E88-9CC6-ED12A6533712}">
      <dsp:nvSpPr>
        <dsp:cNvPr id="0" name=""/>
        <dsp:cNvSpPr/>
      </dsp:nvSpPr>
      <dsp:spPr>
        <a:xfrm>
          <a:off x="0" y="635915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/>
            <a:t>Ndlovu PT - 251041377</a:t>
          </a:r>
          <a:endParaRPr lang="en-US" sz="2900" kern="1200"/>
        </a:p>
      </dsp:txBody>
      <dsp:txXfrm>
        <a:off x="0" y="635915"/>
        <a:ext cx="7728267" cy="635915"/>
      </dsp:txXfrm>
    </dsp:sp>
    <dsp:sp modelId="{9A8072F3-D5CD-44B5-8221-7041B1785956}">
      <dsp:nvSpPr>
        <dsp:cNvPr id="0" name=""/>
        <dsp:cNvSpPr/>
      </dsp:nvSpPr>
      <dsp:spPr>
        <a:xfrm>
          <a:off x="0" y="1271831"/>
          <a:ext cx="77282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6B903-21F6-4CE8-AB96-FBAB88993D43}">
      <dsp:nvSpPr>
        <dsp:cNvPr id="0" name=""/>
        <dsp:cNvSpPr/>
      </dsp:nvSpPr>
      <dsp:spPr>
        <a:xfrm>
          <a:off x="0" y="1271831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/>
            <a:t>Baloyi H - 240704323</a:t>
          </a:r>
          <a:endParaRPr lang="en-US" sz="2900" kern="1200"/>
        </a:p>
      </dsp:txBody>
      <dsp:txXfrm>
        <a:off x="0" y="1271831"/>
        <a:ext cx="7728267" cy="635915"/>
      </dsp:txXfrm>
    </dsp:sp>
    <dsp:sp modelId="{54CC1D49-C992-4F29-B0F5-940437191EF1}">
      <dsp:nvSpPr>
        <dsp:cNvPr id="0" name=""/>
        <dsp:cNvSpPr/>
      </dsp:nvSpPr>
      <dsp:spPr>
        <a:xfrm>
          <a:off x="0" y="1907746"/>
          <a:ext cx="77282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8A372-3B0D-4497-95A2-E34C00234C85}">
      <dsp:nvSpPr>
        <dsp:cNvPr id="0" name=""/>
        <dsp:cNvSpPr/>
      </dsp:nvSpPr>
      <dsp:spPr>
        <a:xfrm>
          <a:off x="0" y="1907746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/>
            <a:t>Komape KL - 260868829</a:t>
          </a:r>
          <a:endParaRPr lang="en-US" sz="2900" kern="1200"/>
        </a:p>
      </dsp:txBody>
      <dsp:txXfrm>
        <a:off x="0" y="1907746"/>
        <a:ext cx="7728267" cy="635915"/>
      </dsp:txXfrm>
    </dsp:sp>
    <dsp:sp modelId="{E252DF86-6F66-4FEC-99B4-F65FD52CC826}">
      <dsp:nvSpPr>
        <dsp:cNvPr id="0" name=""/>
        <dsp:cNvSpPr/>
      </dsp:nvSpPr>
      <dsp:spPr>
        <a:xfrm>
          <a:off x="0" y="2543662"/>
          <a:ext cx="77282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A9271-62A5-4125-A498-35AAB51B3995}">
      <dsp:nvSpPr>
        <dsp:cNvPr id="0" name=""/>
        <dsp:cNvSpPr/>
      </dsp:nvSpPr>
      <dsp:spPr>
        <a:xfrm>
          <a:off x="0" y="2543662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/>
            <a:t>Mzimba N - 260225596</a:t>
          </a:r>
          <a:endParaRPr lang="en-US" sz="2900" kern="1200"/>
        </a:p>
      </dsp:txBody>
      <dsp:txXfrm>
        <a:off x="0" y="2543662"/>
        <a:ext cx="7728267" cy="635915"/>
      </dsp:txXfrm>
    </dsp:sp>
    <dsp:sp modelId="{74219231-7201-45A5-B330-79E545B4A7DE}">
      <dsp:nvSpPr>
        <dsp:cNvPr id="0" name=""/>
        <dsp:cNvSpPr/>
      </dsp:nvSpPr>
      <dsp:spPr>
        <a:xfrm>
          <a:off x="0" y="3179577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F93AE-D1F8-44C0-BAEF-664AB0432622}">
      <dsp:nvSpPr>
        <dsp:cNvPr id="0" name=""/>
        <dsp:cNvSpPr/>
      </dsp:nvSpPr>
      <dsp:spPr>
        <a:xfrm>
          <a:off x="0" y="3179577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 dirty="0"/>
            <a:t>Zungu MS – 242098501</a:t>
          </a:r>
          <a:endParaRPr lang="en-US" sz="2900" kern="1200" dirty="0"/>
        </a:p>
      </dsp:txBody>
      <dsp:txXfrm>
        <a:off x="0" y="3179577"/>
        <a:ext cx="7728267" cy="635915"/>
      </dsp:txXfrm>
    </dsp:sp>
    <dsp:sp modelId="{1D2091F5-AFF4-4D0F-A0C7-CC4E20BE8090}">
      <dsp:nvSpPr>
        <dsp:cNvPr id="0" name=""/>
        <dsp:cNvSpPr/>
      </dsp:nvSpPr>
      <dsp:spPr>
        <a:xfrm>
          <a:off x="0" y="3815492"/>
          <a:ext cx="77282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D0502-799B-4F8B-98E3-AF3A392DE132}">
      <dsp:nvSpPr>
        <dsp:cNvPr id="0" name=""/>
        <dsp:cNvSpPr/>
      </dsp:nvSpPr>
      <dsp:spPr>
        <a:xfrm>
          <a:off x="0" y="3815493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Maphoso</a:t>
          </a:r>
          <a:r>
            <a:rPr lang="en-US" sz="2900" kern="1200" dirty="0"/>
            <a:t> MA – 250835922</a:t>
          </a:r>
        </a:p>
      </dsp:txBody>
      <dsp:txXfrm>
        <a:off x="0" y="3815493"/>
        <a:ext cx="7728267" cy="635915"/>
      </dsp:txXfrm>
    </dsp:sp>
    <dsp:sp modelId="{51697BB2-11A3-41C4-A9FA-65DEB8DCDB96}">
      <dsp:nvSpPr>
        <dsp:cNvPr id="0" name=""/>
        <dsp:cNvSpPr/>
      </dsp:nvSpPr>
      <dsp:spPr>
        <a:xfrm>
          <a:off x="0" y="4451408"/>
          <a:ext cx="77282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E4426-522F-44F2-A464-E31DFFDD0295}">
      <dsp:nvSpPr>
        <dsp:cNvPr id="0" name=""/>
        <dsp:cNvSpPr/>
      </dsp:nvSpPr>
      <dsp:spPr>
        <a:xfrm>
          <a:off x="0" y="4451408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 dirty="0"/>
        </a:p>
      </dsp:txBody>
      <dsp:txXfrm>
        <a:off x="0" y="4451408"/>
        <a:ext cx="7728267" cy="6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49663-9528-4FB5-B045-67DE0603507C}">
      <dsp:nvSpPr>
        <dsp:cNvPr id="0" name=""/>
        <dsp:cNvSpPr/>
      </dsp:nvSpPr>
      <dsp:spPr>
        <a:xfrm>
          <a:off x="483305" y="1068258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917E20-B783-4E46-AE2C-20545F2B920E}">
      <dsp:nvSpPr>
        <dsp:cNvPr id="0" name=""/>
        <dsp:cNvSpPr/>
      </dsp:nvSpPr>
      <dsp:spPr>
        <a:xfrm>
          <a:off x="761180" y="134613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2EE5F-0D9D-4062-854D-DC9A82893ACC}">
      <dsp:nvSpPr>
        <dsp:cNvPr id="0" name=""/>
        <dsp:cNvSpPr/>
      </dsp:nvSpPr>
      <dsp:spPr>
        <a:xfrm>
          <a:off x="66492" y="2778258"/>
          <a:ext cx="2137500" cy="119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Informal retail channels serve as the economic lifeblood of South African townships</a:t>
          </a:r>
          <a:r>
            <a:rPr lang="en-US" sz="1100" kern="1200" dirty="0"/>
            <a:t>.</a:t>
          </a:r>
        </a:p>
      </dsp:txBody>
      <dsp:txXfrm>
        <a:off x="66492" y="2778258"/>
        <a:ext cx="2137500" cy="1195312"/>
      </dsp:txXfrm>
    </dsp:sp>
    <dsp:sp modelId="{A8CCF247-6B1B-419B-8050-8B0A174EEC55}">
      <dsp:nvSpPr>
        <dsp:cNvPr id="0" name=""/>
        <dsp:cNvSpPr/>
      </dsp:nvSpPr>
      <dsp:spPr>
        <a:xfrm>
          <a:off x="2994867" y="1068258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4A0A9-7C08-4A27-94DF-D0D4C13FAF5C}">
      <dsp:nvSpPr>
        <dsp:cNvPr id="0" name=""/>
        <dsp:cNvSpPr/>
      </dsp:nvSpPr>
      <dsp:spPr>
        <a:xfrm>
          <a:off x="3272742" y="134613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DB912-5747-4AB9-99CA-F938B50AAADE}">
      <dsp:nvSpPr>
        <dsp:cNvPr id="0" name=""/>
        <dsp:cNvSpPr/>
      </dsp:nvSpPr>
      <dsp:spPr>
        <a:xfrm>
          <a:off x="2578055" y="2778258"/>
          <a:ext cx="2137500" cy="119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Removing logistical bottlenecks from the informal retail chain directly stabilizes household food security in marginalized neighborhoods.</a:t>
          </a:r>
        </a:p>
      </dsp:txBody>
      <dsp:txXfrm>
        <a:off x="2578055" y="2778258"/>
        <a:ext cx="2137500" cy="1195312"/>
      </dsp:txXfrm>
    </dsp:sp>
    <dsp:sp modelId="{6A2D8F74-65EE-46B7-A656-552D185FE406}">
      <dsp:nvSpPr>
        <dsp:cNvPr id="0" name=""/>
        <dsp:cNvSpPr/>
      </dsp:nvSpPr>
      <dsp:spPr>
        <a:xfrm>
          <a:off x="5506430" y="1078089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97E60-047F-4C93-8E1C-3E4DE691B0E3}">
      <dsp:nvSpPr>
        <dsp:cNvPr id="0" name=""/>
        <dsp:cNvSpPr/>
      </dsp:nvSpPr>
      <dsp:spPr>
        <a:xfrm>
          <a:off x="5784305" y="134613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8CD9D-1070-46BA-9168-85E53A6973CF}">
      <dsp:nvSpPr>
        <dsp:cNvPr id="0" name=""/>
        <dsp:cNvSpPr/>
      </dsp:nvSpPr>
      <dsp:spPr>
        <a:xfrm>
          <a:off x="5089617" y="2778258"/>
          <a:ext cx="2137500" cy="119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By optimizing operations, money is kept circulating within township communities, driving local economic development and employment.</a:t>
          </a:r>
        </a:p>
      </dsp:txBody>
      <dsp:txXfrm>
        <a:off x="5089617" y="2778258"/>
        <a:ext cx="2137500" cy="11953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59EC7-A7B1-4940-A3C1-57E7408E55B1}">
      <dsp:nvSpPr>
        <dsp:cNvPr id="0" name=""/>
        <dsp:cNvSpPr/>
      </dsp:nvSpPr>
      <dsp:spPr>
        <a:xfrm>
          <a:off x="198386" y="983156"/>
          <a:ext cx="17504" cy="3075515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9490D-5F01-4CD6-9DBB-7FDB76085C94}">
      <dsp:nvSpPr>
        <dsp:cNvPr id="0" name=""/>
        <dsp:cNvSpPr/>
      </dsp:nvSpPr>
      <dsp:spPr>
        <a:xfrm>
          <a:off x="351552" y="1044666"/>
          <a:ext cx="2034917" cy="922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4800" kern="1200"/>
            <a:t>1</a:t>
          </a:r>
        </a:p>
      </dsp:txBody>
      <dsp:txXfrm>
        <a:off x="351552" y="1044666"/>
        <a:ext cx="2034917" cy="922654"/>
      </dsp:txXfrm>
    </dsp:sp>
    <dsp:sp modelId="{1A832D12-4713-4789-90A2-AD5E711DC670}">
      <dsp:nvSpPr>
        <dsp:cNvPr id="0" name=""/>
        <dsp:cNvSpPr/>
      </dsp:nvSpPr>
      <dsp:spPr>
        <a:xfrm>
          <a:off x="351552" y="2028831"/>
          <a:ext cx="2034917" cy="676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1800" kern="1200"/>
            <a:t>Digital Ordering</a:t>
          </a:r>
          <a:endParaRPr lang="en-ZA" sz="1800" kern="1200" dirty="0"/>
        </a:p>
      </dsp:txBody>
      <dsp:txXfrm>
        <a:off x="351552" y="2028831"/>
        <a:ext cx="2034917" cy="676613"/>
      </dsp:txXfrm>
    </dsp:sp>
    <dsp:sp modelId="{DDCBD29A-CD31-4CB3-A84E-390A8068904C}">
      <dsp:nvSpPr>
        <dsp:cNvPr id="0" name=""/>
        <dsp:cNvSpPr/>
      </dsp:nvSpPr>
      <dsp:spPr>
        <a:xfrm>
          <a:off x="351552" y="2766955"/>
          <a:ext cx="2034917" cy="1291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Arial" panose="020B0604020202020204"/>
            </a:rPr>
            <a:t>We give shop owners a simple website to place orders.</a:t>
          </a:r>
          <a:endParaRPr lang="en-ZA" sz="1600" kern="1200" dirty="0"/>
        </a:p>
      </dsp:txBody>
      <dsp:txXfrm>
        <a:off x="351552" y="2766955"/>
        <a:ext cx="2034917" cy="1291716"/>
      </dsp:txXfrm>
    </dsp:sp>
    <dsp:sp modelId="{FC8867BA-0CC1-492D-BB53-B8E3038D188D}">
      <dsp:nvSpPr>
        <dsp:cNvPr id="0" name=""/>
        <dsp:cNvSpPr/>
      </dsp:nvSpPr>
      <dsp:spPr>
        <a:xfrm>
          <a:off x="2552763" y="983156"/>
          <a:ext cx="17504" cy="3075515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725B7-AB2A-4491-B4B5-DC31CEB3086C}">
      <dsp:nvSpPr>
        <dsp:cNvPr id="0" name=""/>
        <dsp:cNvSpPr/>
      </dsp:nvSpPr>
      <dsp:spPr>
        <a:xfrm>
          <a:off x="2705929" y="1044666"/>
          <a:ext cx="2034917" cy="922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4800" kern="1200"/>
            <a:t>2</a:t>
          </a:r>
        </a:p>
      </dsp:txBody>
      <dsp:txXfrm>
        <a:off x="2705929" y="1044666"/>
        <a:ext cx="2034917" cy="922654"/>
      </dsp:txXfrm>
    </dsp:sp>
    <dsp:sp modelId="{552D4244-73E6-4FCC-9C42-A7E3B640B4D7}">
      <dsp:nvSpPr>
        <dsp:cNvPr id="0" name=""/>
        <dsp:cNvSpPr/>
      </dsp:nvSpPr>
      <dsp:spPr>
        <a:xfrm>
          <a:off x="2705929" y="2028831"/>
          <a:ext cx="2034917" cy="676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1800" kern="1200" dirty="0"/>
            <a:t>Cooperative Buying</a:t>
          </a:r>
        </a:p>
      </dsp:txBody>
      <dsp:txXfrm>
        <a:off x="2705929" y="2028831"/>
        <a:ext cx="2034917" cy="676613"/>
      </dsp:txXfrm>
    </dsp:sp>
    <dsp:sp modelId="{4AE8780F-BD80-4C26-9531-1C76BA1B334F}">
      <dsp:nvSpPr>
        <dsp:cNvPr id="0" name=""/>
        <dsp:cNvSpPr/>
      </dsp:nvSpPr>
      <dsp:spPr>
        <a:xfrm>
          <a:off x="2705929" y="2766955"/>
          <a:ext cx="2034917" cy="1291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 help local shops team up by buying together </a:t>
          </a:r>
          <a:r>
            <a:rPr lang="en-US" sz="1400" kern="1200" dirty="0"/>
            <a:t>.</a:t>
          </a:r>
          <a:endParaRPr lang="en-ZA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 dirty="0"/>
        </a:p>
      </dsp:txBody>
      <dsp:txXfrm>
        <a:off x="2705929" y="2766955"/>
        <a:ext cx="2034917" cy="1291716"/>
      </dsp:txXfrm>
    </dsp:sp>
    <dsp:sp modelId="{DD0B8142-2914-4D9E-BBCF-F92E71E6E89C}">
      <dsp:nvSpPr>
        <dsp:cNvPr id="0" name=""/>
        <dsp:cNvSpPr/>
      </dsp:nvSpPr>
      <dsp:spPr>
        <a:xfrm>
          <a:off x="4907140" y="983156"/>
          <a:ext cx="17504" cy="3075515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AC9BD-F835-4856-AE11-BD614CE81337}">
      <dsp:nvSpPr>
        <dsp:cNvPr id="0" name=""/>
        <dsp:cNvSpPr/>
      </dsp:nvSpPr>
      <dsp:spPr>
        <a:xfrm>
          <a:off x="5060306" y="1044666"/>
          <a:ext cx="2034917" cy="922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4800" kern="1200"/>
            <a:t>3</a:t>
          </a:r>
        </a:p>
      </dsp:txBody>
      <dsp:txXfrm>
        <a:off x="5060306" y="1044666"/>
        <a:ext cx="2034917" cy="922654"/>
      </dsp:txXfrm>
    </dsp:sp>
    <dsp:sp modelId="{B7DE1971-C678-4EA0-B363-92DF5603B9B3}">
      <dsp:nvSpPr>
        <dsp:cNvPr id="0" name=""/>
        <dsp:cNvSpPr/>
      </dsp:nvSpPr>
      <dsp:spPr>
        <a:xfrm>
          <a:off x="5060306" y="2028831"/>
          <a:ext cx="2034917" cy="676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1800" kern="1200"/>
            <a:t>Shared Logistics</a:t>
          </a:r>
          <a:endParaRPr lang="en-ZA" sz="1800" kern="1200" dirty="0"/>
        </a:p>
      </dsp:txBody>
      <dsp:txXfrm>
        <a:off x="5060306" y="2028831"/>
        <a:ext cx="2034917" cy="676613"/>
      </dsp:txXfrm>
    </dsp:sp>
    <dsp:sp modelId="{88AC2F98-CB36-455A-8109-4BD2F5D9A72F}">
      <dsp:nvSpPr>
        <dsp:cNvPr id="0" name=""/>
        <dsp:cNvSpPr/>
      </dsp:nvSpPr>
      <dsp:spPr>
        <a:xfrm>
          <a:off x="5060306" y="2766955"/>
          <a:ext cx="2034917" cy="1291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Instead of sending separate trucks we use shared deliveries, one truck delivers to many shops in the same area</a:t>
          </a:r>
        </a:p>
      </dsp:txBody>
      <dsp:txXfrm>
        <a:off x="5060306" y="2766955"/>
        <a:ext cx="2034917" cy="12917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F7D1C-0D3C-4D5E-9E76-604718C65980}">
      <dsp:nvSpPr>
        <dsp:cNvPr id="0" name=""/>
        <dsp:cNvSpPr/>
      </dsp:nvSpPr>
      <dsp:spPr>
        <a:xfrm>
          <a:off x="0" y="625"/>
          <a:ext cx="7315200" cy="14628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24B77-E511-4332-834F-C9DBC67E89E1}">
      <dsp:nvSpPr>
        <dsp:cNvPr id="0" name=""/>
        <dsp:cNvSpPr/>
      </dsp:nvSpPr>
      <dsp:spPr>
        <a:xfrm>
          <a:off x="442516" y="329769"/>
          <a:ext cx="804575" cy="8045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76425-4180-4D15-BB27-EB781B63F3D3}">
      <dsp:nvSpPr>
        <dsp:cNvPr id="0" name=""/>
        <dsp:cNvSpPr/>
      </dsp:nvSpPr>
      <dsp:spPr>
        <a:xfrm>
          <a:off x="1689608" y="625"/>
          <a:ext cx="5625591" cy="1462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20" tIns="154820" rIns="154820" bIns="15482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Mobile platforms built for low data usage allow owners to request stock seamlessly via instant text or audio.</a:t>
          </a:r>
          <a:endParaRPr lang="en-ZA" sz="2300" kern="1200"/>
        </a:p>
      </dsp:txBody>
      <dsp:txXfrm>
        <a:off x="1689608" y="625"/>
        <a:ext cx="5625591" cy="1462864"/>
      </dsp:txXfrm>
    </dsp:sp>
    <dsp:sp modelId="{8E0D7B9A-B18C-47DF-B3CC-198366407805}">
      <dsp:nvSpPr>
        <dsp:cNvPr id="0" name=""/>
        <dsp:cNvSpPr/>
      </dsp:nvSpPr>
      <dsp:spPr>
        <a:xfrm>
          <a:off x="0" y="1829205"/>
          <a:ext cx="7315200" cy="14628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7A7B8-8F80-4C96-AFC7-13975AB4564F}">
      <dsp:nvSpPr>
        <dsp:cNvPr id="0" name=""/>
        <dsp:cNvSpPr/>
      </dsp:nvSpPr>
      <dsp:spPr>
        <a:xfrm>
          <a:off x="442516" y="2158349"/>
          <a:ext cx="804575" cy="8045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AB0FF-B0B5-4CB1-982A-45DAC48F5AC7}">
      <dsp:nvSpPr>
        <dsp:cNvPr id="0" name=""/>
        <dsp:cNvSpPr/>
      </dsp:nvSpPr>
      <dsp:spPr>
        <a:xfrm>
          <a:off x="1689608" y="1829205"/>
          <a:ext cx="5625591" cy="1462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20" tIns="154820" rIns="154820" bIns="15482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Direct digital receipts and price transparency eliminate arbitrary cash markups on basic goods.</a:t>
          </a:r>
          <a:endParaRPr lang="en-ZA" sz="2300" kern="1200"/>
        </a:p>
      </dsp:txBody>
      <dsp:txXfrm>
        <a:off x="1689608" y="1829205"/>
        <a:ext cx="5625591" cy="1462864"/>
      </dsp:txXfrm>
    </dsp:sp>
    <dsp:sp modelId="{A7704DCC-CC0E-44F8-B102-B83146E0FACB}">
      <dsp:nvSpPr>
        <dsp:cNvPr id="0" name=""/>
        <dsp:cNvSpPr/>
      </dsp:nvSpPr>
      <dsp:spPr>
        <a:xfrm>
          <a:off x="0" y="3657785"/>
          <a:ext cx="7315200" cy="14628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A1940-A07A-4BD0-97C9-4254283AEBD1}">
      <dsp:nvSpPr>
        <dsp:cNvPr id="0" name=""/>
        <dsp:cNvSpPr/>
      </dsp:nvSpPr>
      <dsp:spPr>
        <a:xfrm>
          <a:off x="442516" y="3986930"/>
          <a:ext cx="804575" cy="8045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0111D-CCFE-4E7C-8930-B60D975B13BE}">
      <dsp:nvSpPr>
        <dsp:cNvPr id="0" name=""/>
        <dsp:cNvSpPr/>
      </dsp:nvSpPr>
      <dsp:spPr>
        <a:xfrm>
          <a:off x="1689608" y="3657785"/>
          <a:ext cx="5625591" cy="1462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20" tIns="154820" rIns="154820" bIns="15482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Standardizing transaction records simplifies stock planning and helps retailers qualify for working capital support.</a:t>
          </a:r>
          <a:endParaRPr lang="en-ZA" sz="2300" kern="1200"/>
        </a:p>
      </dsp:txBody>
      <dsp:txXfrm>
        <a:off x="1689608" y="3657785"/>
        <a:ext cx="5625591" cy="1462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6/layout/TextCardSideLineNumbered">
  <dgm:title val=""/>
  <dgm:desc val=""/>
  <dgm:catLst>
    <dgm:cat type="textcard" pri="100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  <dgm:pt modelId="101" type="sibTrans" cxnId="{8FF3DA75-9BAC-44B5-BB13-07D9031ED9A1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98CE6904-8883-471B-91A0-CA92EF175183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91406F63-012E-42FC-8422-B92366F09A39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100" srcId="0" destId="10" srcOrd="0" destOrd="0" sibTransId="101"/>
        <dgm:cxn modelId="101" srcId="10" destId="11" srcOrd="0" destOrd="0"/>
        <dgm:cxn modelId="102" srcId="0" destId="20" srcOrd="1" destOrd="0" sibTransId="201"/>
        <dgm:cxn modelId="103" srcId="20" destId="21" srcOrd="0" destOrd="0"/>
        <dgm:cxn modelId="104" srcId="0" destId="30" srcOrd="2" destOrd="0" sibTransId="301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8"/>
          <dgm:constr type="h" for="ch" forName="accentLine" refType="h"/>
          <dgm:constr type="l" for="ch" forName="numberText" refType="w" fact="0.07"/>
          <dgm:constr type="t" for="ch" forName="numberText" refType="h" fact="0.02"/>
          <dgm:constr type="w" for="ch" forName="numberText" refType="w" fact="0.93"/>
          <dgm:constr type="h" for="ch" forName="numberText" refType="h" fact="0.3"/>
          <dgm:constr type="l" for="ch" forName="titleText" refType="w" fact="0.07"/>
          <dgm:constr type="t" for="ch" forName="titleText" refType="h" fact="0.34"/>
          <dgm:constr type="w" for="ch" forName="titleText" refType="w" fact="0.93"/>
          <dgm:constr type="h" for="ch" forName="titleText" refType="h" fact="0.22"/>
          <dgm:constr type="l" for="ch" forName="bodyText" refType="w" fact="0.07"/>
          <dgm:constr type="t" for="ch" forName="bodyText" refType="h" fact="0.58"/>
          <dgm:constr type="w" for="ch" forName="bodyText" refType="w" fact="0.93"/>
          <dgm:constr type="h" for="ch" forName="bodyText" refType="h" fact="0.42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forEach name="numForEach" axis="followSib" ptType="sibTrans" hideLastTrans="0" cnt="1">
          <dgm:layoutNode name="numberText" styleLbl="revTx">
            <dgm:varLst>
              <dgm:chMax val="0"/>
              <dgm:chPref val="0"/>
              <dgm:bulletEnabled/>
            </dgm:varLst>
            <dgm:alg type="tx">
              <dgm:param type="txAnchorVert" val="b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24" fact="NaN" max="NaN"/>
            </dgm:ruleLst>
          </dgm:layoutNode>
        </dgm:forEach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EC135-E684-4614-9D5A-20A48AA47F35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3B93C-D727-41F9-9AA9-09799D47C8B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109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63B93C-D727-41F9-9AA9-09799D47C8BC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6135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424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439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351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274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014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9643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227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370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5465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348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834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A39E96F-C45C-4D40-9407-EDC5073556CE}" type="datetimeFigureOut">
              <a:rPr lang="en-ZA" smtClean="0"/>
              <a:t>2026/10/20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5FE1996E-9887-405B-A4E5-F756D6E29B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85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78E60A-51D6-380F-1133-F1A5C51D7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590661"/>
            <a:ext cx="10210862" cy="1065690"/>
          </a:xfrm>
        </p:spPr>
        <p:txBody>
          <a:bodyPr>
            <a:normAutofit/>
          </a:bodyPr>
          <a:lstStyle/>
          <a:p>
            <a:r>
              <a:rPr lang="en-ZA" dirty="0"/>
              <a:t>SPAZA SUPPLY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834B6FE-42AE-C13A-5ABA-E7E0B5C1B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4" y="5666792"/>
            <a:ext cx="10180696" cy="542592"/>
          </a:xfrm>
        </p:spPr>
        <p:txBody>
          <a:bodyPr>
            <a:normAutofit/>
          </a:bodyPr>
          <a:lstStyle/>
          <a:p>
            <a:r>
              <a:rPr lang="en-ZA"/>
              <a:t>Affordable Stock Access for South Africe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97DA0-D5F6-8FF7-B882-A1E58AC6E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23025"/>
          <a:stretch>
            <a:fillRect/>
          </a:stretch>
        </p:blipFill>
        <p:spPr>
          <a:xfrm>
            <a:off x="0" y="484632"/>
            <a:ext cx="11707367" cy="36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C566-290A-C79C-B215-25666200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ZA" dirty="0"/>
              <a:t>Group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2E3F20-8C83-0A85-9FC6-C4560754A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9010643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762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0B4890-7EA9-FD3B-73A4-1BF3C09F6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1123837"/>
            <a:ext cx="4016116" cy="1255469"/>
          </a:xfrm>
        </p:spPr>
        <p:txBody>
          <a:bodyPr>
            <a:normAutofit/>
          </a:bodyPr>
          <a:lstStyle/>
          <a:p>
            <a:r>
              <a:rPr lang="en-ZA" dirty="0"/>
              <a:t>Introduction and Background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4E0FDA-82AB-8DCA-4D6D-4BA0B089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dirty="0">
                <a:solidFill>
                  <a:srgbClr val="FFFFFF"/>
                </a:solidFill>
              </a:rPr>
              <a:t>Executive summary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Spaza shop owners face severe structural supply chain constraints that reduce overall local competitiveness. This review evaluates specific logistical hurdles and proposes interventions to drive sustainable regional growth.</a:t>
            </a:r>
          </a:p>
          <a:p>
            <a:pPr marL="0" indent="0">
              <a:buNone/>
            </a:pPr>
            <a:endParaRPr lang="en-ZA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55288A-0514-E31A-CF5F-E116C11D5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90" b="12490"/>
          <a:stretch/>
        </p:blipFill>
        <p:spPr>
          <a:xfrm>
            <a:off x="5137463" y="1682462"/>
            <a:ext cx="6193767" cy="348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8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AAD8036-96D8-496C-8006-37ACA5AD8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A4CBA9-3463-4C65-BF46-6B6C50E7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2856" y="757325"/>
            <a:ext cx="3549144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9495D-7702-2FAC-16C3-C80E2415D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775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ZA"/>
              <a:t>LOCAL ECONOMIC RESILIENCE</a:t>
            </a:r>
            <a:br>
              <a:rPr lang="en-ZA"/>
            </a:br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CEED6C-D39C-40AA-B89E-52C3FA5A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0CD01F-2584-80D7-87A8-C8E4156A5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825533"/>
              </p:ext>
            </p:extLst>
          </p:nvPr>
        </p:nvGraphicFramePr>
        <p:xfrm>
          <a:off x="866647" y="933854"/>
          <a:ext cx="7293610" cy="504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260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C5B9-4AD5-72EC-1C0B-FBE8B9CE1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87" y="1022555"/>
            <a:ext cx="2947482" cy="1310336"/>
          </a:xfrm>
        </p:spPr>
        <p:txBody>
          <a:bodyPr/>
          <a:lstStyle/>
          <a:p>
            <a:r>
              <a:rPr lang="en-ZA" dirty="0"/>
              <a:t>Current Supply Chain Barriers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662CE-F289-B858-CF75-487E36F8C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ZA" sz="3200" dirty="0"/>
              <a:t>Transport And Access Limit</a:t>
            </a:r>
          </a:p>
          <a:p>
            <a:r>
              <a:rPr lang="en-US" sz="2400" b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transportation expenses directly inflate procurement costs, resulting in narrow operating margins</a:t>
            </a:r>
            <a:r>
              <a:rPr lang="en-US" sz="3200" b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b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Sourcing products from distant central wholesalers consumes valuable daylight trading hours, taking owners away from shops.</a:t>
            </a:r>
          </a:p>
          <a:p>
            <a:r>
              <a:rPr lang="en-US" sz="2400" b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Irregular or costly travel options lead to frequent and damaging stockouts of high-demand household necessities.</a:t>
            </a:r>
            <a:endParaRPr lang="en-ZA" sz="240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0AA5F-130A-1C94-78DF-8B1725B8E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0" t="20039" r="12086" b="13717"/>
          <a:stretch>
            <a:fillRect/>
          </a:stretch>
        </p:blipFill>
        <p:spPr>
          <a:xfrm>
            <a:off x="0" y="2713702"/>
            <a:ext cx="3436648" cy="339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12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17C8F6-D357-4254-BBAC-96B01EEBE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47203"/>
            <a:ext cx="11707367" cy="2572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18" name="Picture 17" descr="Boxes On Rack In Warehouse">
            <a:extLst>
              <a:ext uri="{FF2B5EF4-FFF2-40B4-BE49-F238E27FC236}">
                <a16:creationId xmlns:a16="http://schemas.microsoft.com/office/drawing/2014/main" id="{C0195420-5DB2-02D9-51C4-CE6177E35D5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1063691" y="659312"/>
            <a:ext cx="4789994" cy="2695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D0416F-EC6E-7625-E63D-496662772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16" y="633927"/>
            <a:ext cx="2726165" cy="272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C1475-8548-366A-E3A3-4A398EB94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76" y="3898760"/>
            <a:ext cx="10591614" cy="18832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ZA" sz="1100" dirty="0">
                <a:solidFill>
                  <a:srgbClr val="FFFFFF"/>
                </a:solidFill>
              </a:rPr>
              <a:t>       </a:t>
            </a:r>
            <a:r>
              <a:rPr lang="en-ZA" sz="2400" dirty="0">
                <a:solidFill>
                  <a:srgbClr val="FFFFFF"/>
                </a:solidFill>
              </a:rPr>
              <a:t>2</a:t>
            </a:r>
            <a:r>
              <a:rPr lang="en-ZA" sz="1200" dirty="0">
                <a:solidFill>
                  <a:srgbClr val="FFFFFF"/>
                </a:solidFill>
              </a:rPr>
              <a:t>. </a:t>
            </a:r>
            <a:r>
              <a:rPr lang="en-ZA" sz="1800" dirty="0">
                <a:solidFill>
                  <a:srgbClr val="FFFFFF"/>
                </a:solidFill>
              </a:rPr>
              <a:t>Middleman &amp; Intermediary Markups</a:t>
            </a:r>
          </a:p>
          <a:p>
            <a:r>
              <a:rPr lang="en-US"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single spaza shops operate with limited, isolated volume, they are frequently excluded from direct manufacturer pricing schedules.</a:t>
            </a:r>
          </a:p>
          <a:p>
            <a:r>
              <a:rPr lang="en-ZA"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structural isolation forces reliance on traditional wholesale middlemen.</a:t>
            </a:r>
          </a:p>
          <a:p>
            <a:r>
              <a:rPr lang="en-US"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intermediary level adds an extra margin layer, driving retail shelf prices up significantly by the time goods reach local community shoppers</a:t>
            </a:r>
            <a:r>
              <a:rPr lang="en-US" sz="11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ZA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86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AAD8036-96D8-496C-8006-37ACA5AD8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A4CBA9-3463-4C65-BF46-6B6C50E7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2856" y="757325"/>
            <a:ext cx="3549144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8FA92-AE3C-5522-6E55-83C32EE27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775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ZA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 Specification &amp; Interventions</a:t>
            </a:r>
            <a:br>
              <a:rPr lang="en-ZA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CEED6C-D39C-40AA-B89E-52C3FA5A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51B4B6-5E2A-38F0-79D2-C8AA41168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195163"/>
              </p:ext>
            </p:extLst>
          </p:nvPr>
        </p:nvGraphicFramePr>
        <p:xfrm>
          <a:off x="866647" y="933854"/>
          <a:ext cx="7293610" cy="504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10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3984-C725-CF75-963F-EA0FD005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MODERN DIGITAL INTEGRATION MODEL</a:t>
            </a:r>
            <a:br>
              <a:rPr lang="en-ZA" dirty="0"/>
            </a:b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83D9E4-C7E6-F412-1434-D86A74436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819189"/>
              </p:ext>
            </p:extLst>
          </p:nvPr>
        </p:nvGraphicFramePr>
        <p:xfrm>
          <a:off x="3868738" y="863600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654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AE90-D655-671D-43D8-8D92A2BE8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207" y="286621"/>
            <a:ext cx="9144000" cy="2387600"/>
          </a:xfrm>
        </p:spPr>
        <p:txBody>
          <a:bodyPr/>
          <a:lstStyle/>
          <a:p>
            <a:r>
              <a:rPr lang="en-ZA" dirty="0"/>
              <a:t>Building Robust, Formal Micro-Retail Systems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F917C-7DF5-6B49-6053-6EBF5D83D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223" y="2746632"/>
            <a:ext cx="8822778" cy="1655762"/>
          </a:xfrm>
        </p:spPr>
        <p:txBody>
          <a:bodyPr/>
          <a:lstStyle/>
          <a:p>
            <a:r>
              <a:rPr lang="en-US" dirty="0"/>
              <a:t>By blending localized transport networks with community buying groups, spaza stores can transition from isolated entities into a highly synchronized, formal micro-retail network capable of competing directly with major corporate supermarket chains.</a:t>
            </a:r>
          </a:p>
          <a:p>
            <a:endParaRPr lang="en-Z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E435C-2CA0-F869-5020-6528CBEFD33C}"/>
              </a:ext>
            </a:extLst>
          </p:cNvPr>
          <p:cNvSpPr/>
          <p:nvPr/>
        </p:nvSpPr>
        <p:spPr>
          <a:xfrm>
            <a:off x="0" y="4403873"/>
            <a:ext cx="9144001" cy="709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FB7ED-E37F-4BE3-A512-FBBFD69528CB}"/>
              </a:ext>
            </a:extLst>
          </p:cNvPr>
          <p:cNvSpPr txBox="1"/>
          <p:nvPr/>
        </p:nvSpPr>
        <p:spPr>
          <a:xfrm>
            <a:off x="5231106" y="4850296"/>
            <a:ext cx="3762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Contact:coop@townshipretail.co.za</a:t>
            </a:r>
          </a:p>
          <a:p>
            <a:r>
              <a:rPr lang="en-US" dirty="0"/>
              <a:t>Location: Johannesburg, South Africa</a:t>
            </a:r>
          </a:p>
          <a:p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9C010-DB4F-9EC7-EFF0-1B064DB794AE}"/>
              </a:ext>
            </a:extLst>
          </p:cNvPr>
          <p:cNvSpPr txBox="1"/>
          <p:nvPr/>
        </p:nvSpPr>
        <p:spPr>
          <a:xfrm>
            <a:off x="321223" y="4850296"/>
            <a:ext cx="3542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DIRECTING US TO THE SOLUTION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422412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288</TotalTime>
  <Words>415</Words>
  <Application>Microsoft Office PowerPoint</Application>
  <PresentationFormat>Widescreen</PresentationFormat>
  <Paragraphs>46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Corbel</vt:lpstr>
      <vt:lpstr>Times New Roman</vt:lpstr>
      <vt:lpstr>Wingdings 2</vt:lpstr>
      <vt:lpstr>Frame</vt:lpstr>
      <vt:lpstr>SPAZA SUPPLY</vt:lpstr>
      <vt:lpstr>Group Members</vt:lpstr>
      <vt:lpstr>Introduction and Background</vt:lpstr>
      <vt:lpstr>LOCAL ECONOMIC RESILIENCE </vt:lpstr>
      <vt:lpstr>Current Supply Chain Barriers</vt:lpstr>
      <vt:lpstr>PowerPoint Presentation</vt:lpstr>
      <vt:lpstr>Solution Specification &amp; Interventions </vt:lpstr>
      <vt:lpstr>MODERN DIGITAL INTEGRATION MODEL </vt:lpstr>
      <vt:lpstr>Building Robust, Formal Micro-Retail Systems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Mzimba</dc:creator>
  <cp:lastModifiedBy>Mondli Zungu</cp:lastModifiedBy>
  <cp:revision>3</cp:revision>
  <dcterms:created xsi:type="dcterms:W3CDTF">2026-10-19T19:58:42Z</dcterms:created>
  <dcterms:modified xsi:type="dcterms:W3CDTF">2026-10-20T09:20:05Z</dcterms:modified>
</cp:coreProperties>
</file>